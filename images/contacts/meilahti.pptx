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  <a:srgbClr val="C5E0B4"/>
    <a:srgbClr val="FFE699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04"/>
  </p:normalViewPr>
  <p:slideViewPr>
    <p:cSldViewPr snapToGrid="0" snapToObjects="1">
      <p:cViewPr varScale="1">
        <p:scale>
          <a:sx n="104" d="100"/>
          <a:sy n="104" d="100"/>
        </p:scale>
        <p:origin x="8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EF1C-10E5-D14B-8515-322AAF56F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7695B-9E92-9340-95A0-9A86FB3A9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2144D-4E61-124E-AC97-3E288E53A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B2A03-E031-6A42-90FA-2429DF72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144F4-B515-3C45-986D-F9999BEB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5307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57A2-9D6A-9145-AC76-1F46A91C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D14D5-FD65-314D-A73D-A76CBBB5F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69453-50B6-0945-BB2F-3E590DF88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92710-6617-2046-BDED-3F47063E3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414D1-CA46-0247-B7CB-F52C2D2F2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7193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DBE3A-5A3A-564F-96A2-BD1AF7119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E26D0-DA28-E04D-936E-0E6836607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2035B-195C-B74C-AD9E-81D4F4BA0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8C490-CE7F-C743-8988-849FD2E5E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7400-4DFE-D047-9456-FD838734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92159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F59A2-62F1-3940-A075-8DB09D91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636CB-69E4-FE46-98A8-0FFFCDB06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09560-5795-9E4B-8328-30A39B20D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85931-6F52-DD41-B10E-F9EB4160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1943C-BE8A-5449-B393-20B401CC6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78A9B-9423-094B-8532-1F1DB6B9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1870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0BC7-9573-2D4B-B00A-E5F11BDAF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30B76-96DD-EA42-8F22-8930364F1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36DEF-F4F3-8A4E-ABB9-5F8A5EB30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9A2C6-0543-FD4B-B59C-78AB4AFF7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61ECB-CCFD-3842-8408-EE24BC47B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DE9CFB-1713-7C45-A37D-771977EA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F5598-8167-C444-907C-777529CF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2B16AA-C7CB-9342-B4D9-31AA39CF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8299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E0DEF-F027-6648-BF2B-274F1230D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B9017D-EC72-6C41-81A5-E95061956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F0E587-2EFE-4D4C-987A-2562E0D27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2D11A-0819-F847-BC0A-945BD3B52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51014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50964-A925-0240-9A10-5D78F380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95EF1-A291-4A46-82AB-4972795DF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EA653-6782-5F44-BBC3-DC3D755A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8289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7DFBC-25F6-7648-B85E-1BFC5AB3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CEDE-8ACB-4945-9709-5A9B5D9D3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16D7A-5911-2F47-B558-6E66C1492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71FFC-1466-6042-8D89-7E1EADB6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35774-0E1F-0541-85DE-542A18B6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FE372-F510-D644-9377-C986AD0E8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0081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145CF-7D27-504B-AA70-4D18EAF4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74816C-D5CD-9640-9B01-91CF57D4BD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960A1-DE67-5847-B5D9-863F251F6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BC69C-DFF0-7941-B244-B83E0F5C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27DA8-001E-014A-81B7-9EDB1BA9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E0F47-E521-064C-BB95-0595D5D6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9593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0B67C-72B4-834C-825F-65274B54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F09B6-555B-AA4D-A421-9E64860B3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21CF6-BB28-B042-BEBE-A3E3D0309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B3587-CA78-0B4D-83D3-EFB2F238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60547-4D4D-B14F-8924-AE6A4DC6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3467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456F7-4F27-2B4B-8FB5-6DF01A7F4F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DC042-5AAF-EC49-83C4-34A39841D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976D6-E83E-E944-9030-045CC663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0621A-8862-E247-B1CD-6858B02F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67772-2B84-6849-84F1-DFF15669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12774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E25FBC-D762-BF4D-9132-1F392B40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3C8C9-E3FA-5B4E-9276-C8445329F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B3234-25FC-994A-A534-A4DE0F519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00B5-8910-7D4F-8D55-F42B44E2E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DBA2F-BF33-FA45-A5D1-E32104F2E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10888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hore&#10;&#10;Description automatically generated">
            <a:extLst>
              <a:ext uri="{FF2B5EF4-FFF2-40B4-BE49-F238E27FC236}">
                <a16:creationId xmlns:a16="http://schemas.microsoft.com/office/drawing/2014/main" id="{6C72B6B3-FD66-3647-B800-B8DDE4047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81000"/>
            <a:ext cx="9144000" cy="609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F11935-7BB4-9349-AD1C-B1C6E96C757A}"/>
              </a:ext>
            </a:extLst>
          </p:cNvPr>
          <p:cNvSpPr/>
          <p:nvPr/>
        </p:nvSpPr>
        <p:spPr>
          <a:xfrm>
            <a:off x="7840747" y="4583971"/>
            <a:ext cx="2044657" cy="1285488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FI" dirty="0">
                <a:solidFill>
                  <a:schemeClr val="tx1"/>
                </a:solidFill>
                <a:highlight>
                  <a:srgbClr val="C0C0C0"/>
                </a:highlight>
              </a:rPr>
              <a:t>HUSLAB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3D009-2728-194E-B426-C224BFCD82B3}"/>
              </a:ext>
            </a:extLst>
          </p:cNvPr>
          <p:cNvSpPr/>
          <p:nvPr/>
        </p:nvSpPr>
        <p:spPr>
          <a:xfrm>
            <a:off x="7753921" y="3209925"/>
            <a:ext cx="1698997" cy="1176723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FI" dirty="0">
                <a:solidFill>
                  <a:schemeClr val="tx1"/>
                </a:solidFill>
                <a:highlight>
                  <a:srgbClr val="C0C0C0"/>
                </a:highlight>
              </a:rPr>
              <a:t>Biomedicum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FACB9F-AE7E-B14B-A74F-A7A9FDB0FF73}"/>
              </a:ext>
            </a:extLst>
          </p:cNvPr>
          <p:cNvSpPr/>
          <p:nvPr/>
        </p:nvSpPr>
        <p:spPr>
          <a:xfrm>
            <a:off x="3139154" y="3209925"/>
            <a:ext cx="4505229" cy="2547937"/>
          </a:xfrm>
          <a:prstGeom prst="rect">
            <a:avLst/>
          </a:prstGeom>
          <a:solidFill>
            <a:schemeClr val="accent4">
              <a:lumMod val="60000"/>
              <a:lumOff val="40000"/>
              <a:alpha val="25098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FI" dirty="0">
                <a:solidFill>
                  <a:schemeClr val="tx1"/>
                </a:solidFill>
                <a:highlight>
                  <a:srgbClr val="C0C0C0"/>
                </a:highlight>
              </a:rPr>
              <a:t>Helsinki  University Hospital</a:t>
            </a:r>
          </a:p>
        </p:txBody>
      </p:sp>
    </p:spTree>
    <p:extLst>
      <p:ext uri="{BB962C8B-B14F-4D97-AF65-F5344CB8AC3E}">
        <p14:creationId xmlns:p14="http://schemas.microsoft.com/office/powerpoint/2010/main" val="767285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2</cp:revision>
  <dcterms:created xsi:type="dcterms:W3CDTF">2021-12-20T21:01:03Z</dcterms:created>
  <dcterms:modified xsi:type="dcterms:W3CDTF">2021-12-20T21:23:00Z</dcterms:modified>
</cp:coreProperties>
</file>