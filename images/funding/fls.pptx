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F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46"/>
  </p:normalViewPr>
  <p:slideViewPr>
    <p:cSldViewPr snapToGrid="0" snapToObjects="1">
      <p:cViewPr varScale="1">
        <p:scale>
          <a:sx n="90" d="100"/>
          <a:sy n="90" d="100"/>
        </p:scale>
        <p:origin x="232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3CC08-63E5-2D4E-810E-F6A1A27C1D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36F4F4-C25B-7F47-BA23-11DA6C343B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9AF38D-6659-E549-A2B7-5FFA11D41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862606-0A11-AC4D-A446-9390CB3F8AAB}" type="datetimeFigureOut">
              <a:rPr lang="en-FI" smtClean="0"/>
              <a:t>18/01/2022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F71BB2-6C3A-F042-8B7F-89D0009B7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3F7EB-65FD-5D42-BAB9-45082F036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B2C583-90BB-3E4E-8472-9F793A384354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5352865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4958B-E000-BA4F-BD31-6EAF92158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DE4D62-59DA-FD4E-BCA8-0F598AA4BF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17036A-6B5D-6946-B910-BA67F21B0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862606-0A11-AC4D-A446-9390CB3F8AAB}" type="datetimeFigureOut">
              <a:rPr lang="en-FI" smtClean="0"/>
              <a:t>18/01/2022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8B2D87-17EF-4048-ABF2-7EA7A45F0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422E8-887B-0045-94B4-23C4B785D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B2C583-90BB-3E4E-8472-9F793A384354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6755269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43E79-105D-5C41-9156-E4F30F69E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F8442F-A2A1-0646-A351-9F18420083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8E590-82D7-7740-BC78-22C927272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862606-0A11-AC4D-A446-9390CB3F8AAB}" type="datetimeFigureOut">
              <a:rPr lang="en-FI" smtClean="0"/>
              <a:t>18/01/2022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635262-4736-AE47-BD90-21494EAA8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110CC-70B0-704B-AEBA-F365AC3EF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B2C583-90BB-3E4E-8472-9F793A384354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0175357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48A0C-C696-2540-A8D4-0348B6621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E79B8A-2547-9343-9436-81E40CEF75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D7A0AD-0FB0-3D46-AC41-457912BF9E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404932-4625-CF48-93A7-900BF9418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862606-0A11-AC4D-A446-9390CB3F8AAB}" type="datetimeFigureOut">
              <a:rPr lang="en-FI" smtClean="0"/>
              <a:t>18/01/2022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CB7F0B-8786-8149-BE48-5CB025F2E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6F8772-418D-B148-A1DA-49797C11C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B2C583-90BB-3E4E-8472-9F793A384354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4740718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03862-DBB2-724D-ACB6-30A94B7FD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284957-5FF0-F743-936D-5514344B1D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B8B90B-6A43-1B4F-9EC1-A3774C4C49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7EAF74-C572-FB40-BBF0-01E0193250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3E3445-EA27-6748-9091-EC96D99DAF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B16A29-D178-E942-8351-88A91A293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862606-0A11-AC4D-A446-9390CB3F8AAB}" type="datetimeFigureOut">
              <a:rPr lang="en-FI" smtClean="0"/>
              <a:t>18/01/2022</a:t>
            </a:fld>
            <a:endParaRPr lang="en-FI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CD8BE4-15B9-9547-B4B1-CE9424C4DC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4F374F-7A54-5F47-89FD-2DC6A55D3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B2C583-90BB-3E4E-8472-9F793A384354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7758272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13BC8-6B51-9845-B75A-425A43958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2A2662-9C9E-1A4C-85B6-A430745DE8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862606-0A11-AC4D-A446-9390CB3F8AAB}" type="datetimeFigureOut">
              <a:rPr lang="en-FI" smtClean="0"/>
              <a:t>18/01/2022</a:t>
            </a:fld>
            <a:endParaRPr lang="en-FI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0CBEBD-9F1C-2948-A602-B03D097C9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A94434-E62A-6F45-9AC4-80D1BFF3E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B2C583-90BB-3E4E-8472-9F793A384354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727722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D7787D-DFFF-FE40-A47F-8FEDC4011E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862606-0A11-AC4D-A446-9390CB3F8AAB}" type="datetimeFigureOut">
              <a:rPr lang="en-FI" smtClean="0"/>
              <a:t>18/01/2022</a:t>
            </a:fld>
            <a:endParaRPr lang="en-FI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484307-218C-E649-8EF2-A5404F8EF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A0B70E-F5E4-6945-ABBD-38340B57A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B2C583-90BB-3E4E-8472-9F793A384354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0724219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65DF1F-DBD2-5843-B472-B6AE6753B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2FF823-2499-4142-A0F3-3F0118C7DB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DC471D-DEAC-F149-9291-E8519D3BF1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EBA056-7DF0-BF45-99C3-951F63A3E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862606-0A11-AC4D-A446-9390CB3F8AAB}" type="datetimeFigureOut">
              <a:rPr lang="en-FI" smtClean="0"/>
              <a:t>18/01/2022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AB40BF-09B0-8948-8091-FD873FA02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34530D-198B-4E42-A238-552A4039A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B2C583-90BB-3E4E-8472-9F793A384354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368344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655CC-CF43-0646-B447-3FBB5BA66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544F2BF-26D1-E04F-904E-FA2E482CEF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FI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D17A60-C8C4-C24E-A58B-02846710BC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5D442B-72B3-484B-ABD2-7CB1CDF7C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862606-0A11-AC4D-A446-9390CB3F8AAB}" type="datetimeFigureOut">
              <a:rPr lang="en-FI" smtClean="0"/>
              <a:t>18/01/2022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2B5D76-C719-E846-89E3-4CE32B4B2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17640F-B2E9-AD49-9E58-1F1409C90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B2C583-90BB-3E4E-8472-9F793A384354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513898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CAA86-3024-0347-A72E-AC63A0134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4845E0-BC69-B84D-8852-E92E32B2E5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95E522-B759-D84E-A46C-EE240549BF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862606-0A11-AC4D-A446-9390CB3F8AAB}" type="datetimeFigureOut">
              <a:rPr lang="en-FI" smtClean="0"/>
              <a:t>18/01/2022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854C1F-392C-5643-8D40-56E27AAB2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45831B-94A9-5141-AC2D-C46F86306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B2C583-90BB-3E4E-8472-9F793A384354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5578019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151EA6-12D1-B147-A47C-A7FDC1A0EA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C42CD0-6B28-7441-A459-CD729BD426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B264D6-103C-3241-94FA-CD9647018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862606-0A11-AC4D-A446-9390CB3F8AAB}" type="datetimeFigureOut">
              <a:rPr lang="en-FI" smtClean="0"/>
              <a:t>18/01/2022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087F6C-3E08-114C-A49A-5115B037AF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54E3C8-7B60-D84A-BFE4-52DAC9949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B2C583-90BB-3E4E-8472-9F793A384354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9118263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CB1DA5-A189-3445-8A60-F6C37A301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FB8298-06CD-1149-8F4D-5892C91C12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179294-2967-3A49-A78A-C8A99FC476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62606-0A11-AC4D-A446-9390CB3F8AAB}" type="datetimeFigureOut">
              <a:rPr lang="en-FI" smtClean="0"/>
              <a:t>18/01/2022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F12560-E0B6-814C-B7B1-7B7941F6A8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010FCA-719E-8F47-80A7-7BD4701629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B2C583-90BB-3E4E-8472-9F793A384354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963077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FI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F0BCB6C-D733-6D42-A76B-862EBC9E178A}"/>
              </a:ext>
            </a:extLst>
          </p:cNvPr>
          <p:cNvSpPr txBox="1"/>
          <p:nvPr/>
        </p:nvSpPr>
        <p:spPr>
          <a:xfrm>
            <a:off x="1937036" y="3328936"/>
            <a:ext cx="20386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FI" dirty="0">
                <a:ea typeface="Helvetica Neue" panose="02000503000000020004" pitchFamily="2" charset="0"/>
                <a:cs typeface="Gautami" panose="020B0502040204020203" pitchFamily="34" charset="0"/>
              </a:rPr>
              <a:t>FINSKA</a:t>
            </a:r>
          </a:p>
          <a:p>
            <a:pPr algn="ctr"/>
            <a:r>
              <a:rPr lang="en-FI" dirty="0">
                <a:ea typeface="Helvetica Neue" panose="02000503000000020004" pitchFamily="2" charset="0"/>
                <a:cs typeface="Gautami" panose="020B0502040204020203" pitchFamily="34" charset="0"/>
              </a:rPr>
              <a:t>LÄKARESÄLLSKAPET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AA15BC3-E8F6-744B-B050-D00B3B8D6E05}"/>
              </a:ext>
            </a:extLst>
          </p:cNvPr>
          <p:cNvGrpSpPr>
            <a:grpSpLocks noChangeAspect="1"/>
          </p:cNvGrpSpPr>
          <p:nvPr/>
        </p:nvGrpSpPr>
        <p:grpSpPr>
          <a:xfrm>
            <a:off x="2020808" y="1633755"/>
            <a:ext cx="1791313" cy="1781682"/>
            <a:chOff x="2378674" y="2174184"/>
            <a:chExt cx="1149179" cy="114300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0220BAD-FB80-FC45-845D-F058BC75D31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6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5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2384853" y="2174184"/>
              <a:ext cx="1143000" cy="1143000"/>
            </a:xfrm>
            <a:prstGeom prst="rect">
              <a:avLst/>
            </a:prstGeom>
            <a:ln w="3175">
              <a:noFill/>
            </a:ln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476908F-4865-1149-A8C5-3627A73141FD}"/>
                </a:ext>
              </a:extLst>
            </p:cNvPr>
            <p:cNvSpPr/>
            <p:nvPr/>
          </p:nvSpPr>
          <p:spPr>
            <a:xfrm>
              <a:off x="2378674" y="2174184"/>
              <a:ext cx="1149179" cy="1143000"/>
            </a:xfrm>
            <a:prstGeom prst="rect">
              <a:avLst/>
            </a:prstGeom>
            <a:noFill/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FI"/>
            </a:p>
          </p:txBody>
        </p:sp>
      </p:grpSp>
    </p:spTree>
    <p:extLst>
      <p:ext uri="{BB962C8B-B14F-4D97-AF65-F5344CB8AC3E}">
        <p14:creationId xmlns:p14="http://schemas.microsoft.com/office/powerpoint/2010/main" val="16189611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2</Words>
  <Application>Microsoft Macintosh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Brück, Oscar E M</dc:creator>
  <cp:lastModifiedBy>Brück, Oscar E M</cp:lastModifiedBy>
  <cp:revision>5</cp:revision>
  <dcterms:created xsi:type="dcterms:W3CDTF">2022-01-18T10:39:12Z</dcterms:created>
  <dcterms:modified xsi:type="dcterms:W3CDTF">2022-01-18T10:51:47Z</dcterms:modified>
</cp:coreProperties>
</file>