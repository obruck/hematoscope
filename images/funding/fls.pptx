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3CC08-63E5-2D4E-810E-F6A1A27C1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6F4F4-C25B-7F47-BA23-11DA6C343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AF38D-6659-E549-A2B7-5FFA11D41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71BB2-6C3A-F042-8B7F-89D0009B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3F7EB-65FD-5D42-BAB9-45082F03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528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958B-E000-BA4F-BD31-6EAF9215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4D62-59DA-FD4E-BCA8-0F598AA4B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036A-6B5D-6946-B910-BA67F21B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B2D87-17EF-4048-ABF2-7EA7A45F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422E8-887B-0045-94B4-23C4B785D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7552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3E79-105D-5C41-9156-E4F30F69E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8442F-A2A1-0646-A351-9F1842008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E590-82D7-7740-BC78-22C92727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35262-4736-AE47-BD90-21494EA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110CC-70B0-704B-AEBA-F365AC3E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1753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8A0C-C696-2540-A8D4-0348B662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79B8A-2547-9343-9436-81E40CEF7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7A0AD-0FB0-3D46-AC41-457912BF9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04932-4625-CF48-93A7-900BF941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B7F0B-8786-8149-BE48-5CB025F2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F8772-418D-B148-A1DA-49797C11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7407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3862-DBB2-724D-ACB6-30A94B7F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84957-5FF0-F743-936D-5514344B1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8B90B-6A43-1B4F-9EC1-A3774C4C4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EAF74-C572-FB40-BBF0-01E019325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E3445-EA27-6748-9091-EC96D99DA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16A29-D178-E942-8351-88A91A29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D8BE4-15B9-9547-B4B1-CE9424C4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F374F-7A54-5F47-89FD-2DC6A55D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75827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3BC8-6B51-9845-B75A-425A4395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A2662-9C9E-1A4C-85B6-A430745D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CBEBD-9F1C-2948-A602-B03D097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94434-E62A-6F45-9AC4-80D1BFF3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2772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7787D-DFFF-FE40-A47F-8FEDC4011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484307-218C-E649-8EF2-A5404F8E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0B70E-F5E4-6945-ABBD-38340B57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7242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DF1F-DBD2-5843-B472-B6AE6753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F823-2499-4142-A0F3-3F0118C7D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C471D-DEAC-F149-9291-E8519D3BF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BA056-7DF0-BF45-99C3-951F63A3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B40BF-09B0-8948-8091-FD873FA0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4530D-198B-4E42-A238-552A4039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6834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55CC-CF43-0646-B447-3FBB5BA6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4F2BF-26D1-E04F-904E-FA2E482CE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17A60-C8C4-C24E-A58B-02846710B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D442B-72B3-484B-ABD2-7CB1CDF7C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5D76-C719-E846-89E3-4CE32B4B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7640F-B2E9-AD49-9E58-1F1409C90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1389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AA86-3024-0347-A72E-AC63A013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845E0-BC69-B84D-8852-E92E32B2E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5E522-B759-D84E-A46C-EE240549B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54C1F-392C-5643-8D40-56E27AAB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5831B-94A9-5141-AC2D-C46F8630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5780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51EA6-12D1-B147-A47C-A7FDC1A0E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42CD0-6B28-7441-A459-CD729BD42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264D6-103C-3241-94FA-CD964701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87F6C-3E08-114C-A49A-5115B037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4E3C8-7B60-D84A-BFE4-52DAC994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1182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B1DA5-A189-3445-8A60-F6C37A301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B8298-06CD-1149-8F4D-5892C91C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79294-2967-3A49-A78A-C8A99FC47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62606-0A11-AC4D-A446-9390CB3F8AAB}" type="datetimeFigureOut">
              <a:rPr lang="en-FI" smtClean="0"/>
              <a:t>18/01/2022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12560-E0B6-814C-B7B1-7B7941F6A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10FCA-719E-8F47-80A7-7BD470162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2C583-90BB-3E4E-8472-9F793A38435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6307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F0BCB6C-D733-6D42-A76B-862EBC9E178A}"/>
              </a:ext>
            </a:extLst>
          </p:cNvPr>
          <p:cNvSpPr txBox="1"/>
          <p:nvPr/>
        </p:nvSpPr>
        <p:spPr>
          <a:xfrm>
            <a:off x="1490437" y="2555142"/>
            <a:ext cx="437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latin typeface="Cambria" panose="02040503050406030204" pitchFamily="18" charset="0"/>
                <a:ea typeface="Helvetica Neue" panose="02000503000000020004" pitchFamily="2" charset="0"/>
                <a:cs typeface="Helvetica Neue" panose="02000503000000020004" pitchFamily="2" charset="0"/>
              </a:rPr>
              <a:t>FINSKA		    LÄKARESÄLLSKAPET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A15BC3-E8F6-744B-B050-D00B3B8D6E05}"/>
              </a:ext>
            </a:extLst>
          </p:cNvPr>
          <p:cNvGrpSpPr/>
          <p:nvPr/>
        </p:nvGrpSpPr>
        <p:grpSpPr>
          <a:xfrm>
            <a:off x="2372497" y="2162432"/>
            <a:ext cx="1155357" cy="1154752"/>
            <a:chOff x="2372497" y="2162432"/>
            <a:chExt cx="1155357" cy="11547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0220BAD-FB80-FC45-845D-F058BC75D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384854" y="2174184"/>
              <a:ext cx="1143000" cy="114300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476908F-4865-1149-A8C5-3627A73141FD}"/>
                </a:ext>
              </a:extLst>
            </p:cNvPr>
            <p:cNvSpPr/>
            <p:nvPr/>
          </p:nvSpPr>
          <p:spPr>
            <a:xfrm>
              <a:off x="2372497" y="2162432"/>
              <a:ext cx="1149179" cy="1143000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</p:grpSp>
    </p:spTree>
    <p:extLst>
      <p:ext uri="{BB962C8B-B14F-4D97-AF65-F5344CB8AC3E}">
        <p14:creationId xmlns:p14="http://schemas.microsoft.com/office/powerpoint/2010/main" val="1618961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2</cp:revision>
  <dcterms:created xsi:type="dcterms:W3CDTF">2022-01-18T10:39:12Z</dcterms:created>
  <dcterms:modified xsi:type="dcterms:W3CDTF">2022-01-18T10:46:08Z</dcterms:modified>
</cp:coreProperties>
</file>