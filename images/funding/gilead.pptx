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65"/>
  </p:normalViewPr>
  <p:slideViewPr>
    <p:cSldViewPr snapToGrid="0" snapToObjects="1">
      <p:cViewPr varScale="1">
        <p:scale>
          <a:sx n="114" d="100"/>
          <a:sy n="114" d="100"/>
        </p:scale>
        <p:origin x="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AF6E9-1C74-354B-8BF4-BD8C9F7E3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B8CFC-BD14-2349-9E72-59AC67BBC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A415C-DD50-004D-B67D-21202078F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56D4-B030-AF41-AEB7-24020AA866B1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2558C-A421-1145-A927-9717C66EB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10F97-4919-D242-BD1E-EAB2590B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701-8044-5D4A-8D08-B469869F2D5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69523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07DE6-0FC7-054C-8C2F-2B1B183F3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6FBAF-DC16-3F4E-AA2E-9F20A1170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9E55E-BAEE-FA48-A5BF-2763C3ECB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56D4-B030-AF41-AEB7-24020AA866B1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1F616-F679-B144-B9F8-65594515F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0155A-6974-5B40-A13E-9A6A20E73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701-8044-5D4A-8D08-B469869F2D5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49047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E37B7-4D3B-FA49-9D7B-380BBBD56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6339C-C404-CC40-9FAF-9F0EE2883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C7438-5F55-784D-A4FC-7BD4BF5A8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56D4-B030-AF41-AEB7-24020AA866B1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3136A-E053-2440-A553-19813C6D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09E19-CBB6-4241-8A70-00ADA2A2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701-8044-5D4A-8D08-B469869F2D5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6044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AA320-AD64-384E-A2A2-D9B68A781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4A7CF-4CB8-374C-8328-31133AD86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87AFD-0CB0-1C40-8E42-8AB7B901C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7FFD5-3611-504D-9B43-E494A5E8A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56D4-B030-AF41-AEB7-24020AA866B1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6B070-78B8-9C4D-88E2-1FD71900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E6E8B-FB64-5043-83D6-8FA82D6D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701-8044-5D4A-8D08-B469869F2D5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6006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CBBDD-0C61-234F-8C72-D299F4EA5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F3280-D4E9-9944-8F2F-ACC819B04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8A294-A90F-7647-A785-5EFEB0370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C7159D-E649-8C49-BFD6-752C96600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5BEBF2-1745-CA42-B4F1-FC7D0476DF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1163E7-0F6F-474C-9DBE-FAE67CC7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56D4-B030-AF41-AEB7-24020AA866B1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0DFB5A-2613-204B-BA41-DE05E5E47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E97BD-15BE-EC40-8AED-0CEE92CF8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701-8044-5D4A-8D08-B469869F2D5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17842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3C88-E8D9-D947-B6D2-0B035FD55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E5DAFE-F284-6947-9F2C-88A722078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56D4-B030-AF41-AEB7-24020AA866B1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E16B94-BC3F-1342-80B9-BBAB51F5A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D8E42-C2E2-524E-B619-C18EC4DC7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701-8044-5D4A-8D08-B469869F2D5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48219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BF889-CF32-AF41-BBC4-01254DD4E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56D4-B030-AF41-AEB7-24020AA866B1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92B951-798E-1B4B-AA92-113D5CB92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B3170-06B7-A640-84DD-C7115C798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701-8044-5D4A-8D08-B469869F2D5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2653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2B00B-D4A5-4D43-B583-F9DE296E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47C1E-036F-014A-AB62-842326688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BE90D-1AAD-BA49-830F-FADE99527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3041F-3B5C-7644-B55D-3E0D3778E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56D4-B030-AF41-AEB7-24020AA866B1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D5DFA-78DB-A147-809E-FCAFCEDA4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C4C7-0BE4-4D46-98A4-83C576495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701-8044-5D4A-8D08-B469869F2D5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44549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C60AC-9E9A-5A45-ADAF-BB4281D6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6A428C-27D9-FD40-9925-02C065B2F2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4E7128-067E-ED45-8F61-26ACA9612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57EFE-5F66-DB45-B3C4-840D7A4A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56D4-B030-AF41-AEB7-24020AA866B1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88695-22CD-3D4C-BAD0-B6B289634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BCEB1-709C-804A-99FE-FCA585CA1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701-8044-5D4A-8D08-B469869F2D5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09654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D35EB-8DB1-3A42-ADEF-59061D64B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71B0E-98FC-834F-9627-4896F50A4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14944-77B8-654B-8547-DFF15E991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56D4-B030-AF41-AEB7-24020AA866B1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3B317-9850-5548-BAA0-5725D949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F0426-AB86-DB4F-9FF7-5496ED7F4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701-8044-5D4A-8D08-B469869F2D5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56376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94430D-3B98-3044-AF6C-AB69F4796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DD34CE-23E7-634A-BB97-C5B10B841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DCAC6-5700-9544-82AF-C4219912C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56D4-B030-AF41-AEB7-24020AA866B1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09919-F71E-9346-A557-3F5FD57FF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6395A-3D6B-6B4C-B915-A3FBBB8A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701-8044-5D4A-8D08-B469869F2D5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11523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158F0E-63F9-644D-8C49-155E4A2B2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1CDBE-B16D-804B-A92C-514028109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0B5DB-6425-4746-9EC2-D03DE40C16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856D4-B030-AF41-AEB7-24020AA866B1}" type="datetimeFigureOut">
              <a:rPr lang="en-FI" smtClean="0"/>
              <a:t>27/11/2022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101E8-2174-8F48-8E96-7D40DCDCF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479B8-2A52-2949-AC80-50EA983B9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FD701-8044-5D4A-8D08-B469869F2D5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18985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595FD20A-C17D-FD47-8252-2CCF77916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0" y="2159000"/>
            <a:ext cx="4699000" cy="2540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F89E13A-CFCD-8449-BF85-593FB7A382A6}"/>
              </a:ext>
            </a:extLst>
          </p:cNvPr>
          <p:cNvSpPr>
            <a:spLocks noChangeAspect="1"/>
          </p:cNvSpPr>
          <p:nvPr/>
        </p:nvSpPr>
        <p:spPr>
          <a:xfrm>
            <a:off x="3746500" y="1089000"/>
            <a:ext cx="4680000" cy="46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86474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Brück, Oscar E M</dc:creator>
  <cp:lastModifiedBy>Brück, Oscar E M</cp:lastModifiedBy>
  <cp:revision>2</cp:revision>
  <dcterms:created xsi:type="dcterms:W3CDTF">2022-11-26T21:48:29Z</dcterms:created>
  <dcterms:modified xsi:type="dcterms:W3CDTF">2022-11-27T08:11:23Z</dcterms:modified>
</cp:coreProperties>
</file>