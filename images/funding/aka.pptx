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4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DE27-2803-E14F-A0AA-C2FEEADA4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9F878-F28A-0F4C-BF82-DDF969F4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69C2A-10A8-904B-9C96-DB03B26A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5BD3F-5EE1-6E42-8B2C-A79075E9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D503F-721A-4A4F-9B24-2F1A825F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640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ECBD-63EC-0F4F-AD5D-3A216CF8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3BD6D-2442-3140-BBE4-09B362655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A5B8F-36C0-D94E-82A6-15CFFDF0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50CA-18AD-5541-8419-C048B338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1D2C0-47BE-364C-8B82-985DC059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890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C47C-2F7D-0B47-B4A0-77DB12728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9474D-13C4-3247-862C-3039A3921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A9025-0A5D-B24B-A027-44F9B3D83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6C702-0DEE-414B-82E6-0D827664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D5DEE-26DC-BC4D-9A2F-58A78F13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29316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7BA-880D-CC48-B5EB-096C99A0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818CA-D476-3046-8E37-BCEB18E0E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A8856-111A-4B43-9A52-8E7ADFAB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98AFC-9C0D-884F-B9BD-D77E0AB1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E3ED2-99DE-AD4F-ABA8-5DC55278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D71D8-B995-CC49-AFE0-B2266589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7687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B70F-C6E9-BA40-BCF6-4A725ACF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E122E-4B81-A64A-8C93-091B3ED92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2C316-699D-4341-B35B-53DA8614C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7F3B1-166C-DE4F-B1AF-32A4D5A6C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CE42A-C05F-3C4B-882F-CA95CCB70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62867-03CE-DC42-A1E3-0A0984B4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7CC4F-C8FD-B247-A298-4F913DA2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94DF9-4316-5848-AEC5-14845C1A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6635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A7BD-B54B-A54B-988F-47A13990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1DC4A-C7EB-2940-9AF6-3F86A2CA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1EBCB-A4B7-804D-8713-D3802E6E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A01EA-7923-6548-B62C-E49B8E460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593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1A80A-5011-EF47-9ED8-157550FC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226A9-825D-CD4A-BE2E-EFB0CE0C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DDF14-5250-0845-A67A-F461B44D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6370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30B7-0B83-8D4E-BC24-8ABC22C1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5EFA4-B985-2241-A821-E2EED93C1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EF8A-D4AF-E94E-81FF-D6005FF9A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DC8E6-09E2-184E-A054-DE774323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2EE8B-5FDC-3B4A-AB2E-1DDB002A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CB468-2FF8-154B-A9B6-52FD5A8F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6869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919F-D851-264B-9CFB-8A7E14AC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269A4-B5E4-2341-BE63-522EC6F99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A251E-EED3-014F-A0BD-3F686EEF7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18A23-2BB6-284C-BCCC-B247F4A82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6C239-1A55-FA4E-8CC4-53140D92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925AA-BB40-5840-BE0B-5FFC9578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7466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E9DE-9310-1A43-A84C-6F2F983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36EFC-D7B3-014C-8822-3B599AFE2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FA931-51CE-0A47-A316-27FA3D4F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944F-F531-964E-9FE1-596B5A97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00F57-0E92-5147-B41C-569454FA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3937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5074B-5612-C64E-A30A-DB2220601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31892-5159-3C4C-AC33-88CD5A33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67F72-D14D-FC4C-A136-7E4990D6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158A2-28BC-C948-A008-CD70FEDC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9750C-AE05-3D49-82D0-91AEB760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2575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6115D-59FD-2D43-BBC7-E2CEB5D3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9807E-D04A-AF48-9AF5-239BECE74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519B-8A56-9142-B010-4466C03DC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78786-DCE8-E849-9CEC-4CF31BCC5EBD}" type="datetimeFigureOut">
              <a:rPr lang="en-FI" smtClean="0"/>
              <a:t>28.6.2023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88669-4AD4-A642-B31E-30BFEA7AE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457A3-4C6C-2D49-9AAE-676D2026A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B7C5D-EC84-8440-A3B0-5DAB19C00F2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55192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60ACDC37-D2A9-DA49-BF0F-F72C174C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50" y="2971800"/>
            <a:ext cx="33401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60D661-F0E0-F946-B6E9-6319EA84EA4F}"/>
              </a:ext>
            </a:extLst>
          </p:cNvPr>
          <p:cNvSpPr>
            <a:spLocks noChangeAspect="1"/>
          </p:cNvSpPr>
          <p:nvPr/>
        </p:nvSpPr>
        <p:spPr>
          <a:xfrm>
            <a:off x="4396133" y="1869731"/>
            <a:ext cx="3420000" cy="34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62296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2023-06-28T08:37:03Z</dcterms:created>
  <dcterms:modified xsi:type="dcterms:W3CDTF">2023-06-28T08:39:57Z</dcterms:modified>
</cp:coreProperties>
</file>