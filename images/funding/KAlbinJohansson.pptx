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</p:sldIdLst>
  <p:sldSz cx="12192000" cy="6858000"/>
  <p:notesSz cx="6858000" cy="9144000"/>
  <p:defaultTextStyle>
    <a:defPPr>
      <a:defRPr lang="en-FI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656D83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94"/>
  </p:normalViewPr>
  <p:slideViewPr>
    <p:cSldViewPr snapToGrid="0" snapToObjects="1">
      <p:cViewPr varScale="1">
        <p:scale>
          <a:sx n="128" d="100"/>
          <a:sy n="128" d="100"/>
        </p:scale>
        <p:origin x="480" y="17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8405726-5249-E741-98AD-DA04207EFC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CD5A3167-EBD2-C34D-920A-EDC678C16A0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GB"/>
              <a:t>Click to edit Master subtitle style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2FC5A1-B4DA-8A4F-B740-1784BB978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314534F-42F9-8942-999D-6FD844BFCC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DA932FA-E926-6449-8A77-C3BDC28BB45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1757524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73EEEEC-350F-194F-96AE-1CE5910C09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BF56BC5-E74C-CD4A-90F2-73179CD2280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E8BAE365-6BF4-B64F-A8D5-E07DBDD266A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7B0D4F7-DFA8-134B-9365-C63D70D3725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EED9CAA-63ED-8B46-A28D-DD434A7E60C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13230670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FC0854-13FA-6D49-A63A-1652F2DF470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D612CF0-BA9C-434F-A3C3-F25EECC0DA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5145822-8828-8A44-BCC7-EA560502827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A0CACFC-DECF-F241-A113-42A016F0A15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24F058-9C14-EE48-94D8-FB3331D4832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420965019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4C1972C-6F6B-9741-8425-1F3E7A14396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B219984-BFF5-854E-A4B0-C49D5DBADF5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D187740-646F-F146-A318-B8255184FAEC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061D1794-8EFB-564D-8F7D-DE00CD76D32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24B126C-129E-EE4D-8F87-4363D810D29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6D7E6C8-48F6-CC47-9F47-8B0D19FAD6B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0158862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D5C0F15-5258-D644-AB0B-714A8FB6775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2B4D829-47C8-F840-89C7-562DDC8C31AA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B7DE3D5-4751-EF4D-88D3-7E50A6839E8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BB6E32D-7F16-7C4E-9313-FCA0C6FE32E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CC3F0D42-F796-8A4C-A24A-F825C60DC92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79DC9C5E-139B-A64D-9F2A-D29F31EDFE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B17B8C8A-1E94-9D4F-8336-E3AB283C16C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987D0870-6D3F-1D41-A19B-23F0502EE72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76770725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8721424-C211-C94E-BF61-682E00735141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46CD8C14-C8D8-5440-B8DF-25514C457E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7FDF26E6-76A1-D441-B5C3-EBD37E89ABF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8E4B192-8E87-EA4A-8484-62D0A1BC521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78940628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C7D946B0-8008-A845-BFF4-EB54EFFEED0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5FB3D360-A0B9-994C-A828-68F165C9DB6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BE2186D5-65B9-F04E-9892-72912BDC273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84300875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6CE3896-F82F-FC46-9E31-1F9052BE93C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B0B4C13-34E4-9F49-AFA8-FEE2A2DBBFFD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D8818B7-68D7-C245-8E39-190004B8F14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B3D70C58-6A2A-B540-9421-0D9AE25E98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336D2AC-E28B-4642-9E0F-B0B956F4332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D254E356-54D3-F649-B63C-7F390ECF981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79065554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94C781D-0ECF-0E4F-AC78-86A5C5EA45F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99036347-9891-4944-BD1A-BFD1B6023F2D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FI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1B13C940-2EC0-EA4D-803B-5A48363C07B2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GB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137D23F-9E2A-7949-A0CB-0A18921F91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75E4DC4-5BFC-D945-A8DB-47DDE61F54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4584D84A-1B6E-CB4F-A4A8-9C8C87F96CB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03402570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3D505B-AE08-E048-91AD-C819A37E12E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2C4FFBD-8AC9-AC41-A941-8918DB6345FB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323783A-04CB-D54C-89C2-0EE50E9B7DD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1C469C6-15C5-FF4A-80E2-49890CC81F1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F078F22-34DC-E645-9BC3-B2D207852B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253728565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BA367B9-FEE1-264B-9FBC-D2C269A1495D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633ECE6-1E16-4B4F-9153-16515B5892E0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E582DE-3FAE-B441-95D4-4447A029F3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C9EE4F9C-0C87-104C-8F63-CA50A5C5442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4126431E-CDDA-CB47-BCFC-156F0340DD9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894075421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EB8FE8F-6794-FE42-B83E-4A112E68AB4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GB"/>
              <a:t>Click to edit Master title style</a:t>
            </a:r>
            <a:endParaRPr lang="en-FI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2F35A21-80E2-9846-BFAE-B15B3009DF9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GB"/>
              <a:t>Click to edit Master text styles</a:t>
            </a:r>
          </a:p>
          <a:p>
            <a:pPr lvl="1"/>
            <a:r>
              <a:rPr lang="en-GB"/>
              <a:t>Second level</a:t>
            </a:r>
          </a:p>
          <a:p>
            <a:pPr lvl="2"/>
            <a:r>
              <a:rPr lang="en-GB"/>
              <a:t>Third level</a:t>
            </a:r>
          </a:p>
          <a:p>
            <a:pPr lvl="3"/>
            <a:r>
              <a:rPr lang="en-GB"/>
              <a:t>Fourth level</a:t>
            </a:r>
          </a:p>
          <a:p>
            <a:pPr lvl="4"/>
            <a:r>
              <a:rPr lang="en-GB"/>
              <a:t>Fifth level</a:t>
            </a:r>
            <a:endParaRPr lang="en-FI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3A210C-22C8-1A40-9AC9-0E1EE1A93A8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7B7BA49A-4FE2-8445-80D4-3C7DEA12A28B}" type="datetimeFigureOut">
              <a:rPr lang="en-FI" smtClean="0"/>
              <a:t>08/12/2022</a:t>
            </a:fld>
            <a:endParaRPr lang="en-FI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A251955-0BB2-5E48-BD76-8C2A1D741C43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FI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AACEA4-5679-7640-BA6B-09B0213B7C0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09052B2-E455-F540-8391-79DF16F6E8FB}" type="slidenum">
              <a:rPr lang="en-FI" smtClean="0"/>
              <a:t>‹#›</a:t>
            </a:fld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355277702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FI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>
            <a:extLst>
              <a:ext uri="{FF2B5EF4-FFF2-40B4-BE49-F238E27FC236}">
                <a16:creationId xmlns:a16="http://schemas.microsoft.com/office/drawing/2014/main" id="{61FFC2A9-4FC2-8942-AB58-06A08AD8F3A8}"/>
              </a:ext>
            </a:extLst>
          </p:cNvPr>
          <p:cNvSpPr txBox="1"/>
          <p:nvPr/>
        </p:nvSpPr>
        <p:spPr>
          <a:xfrm>
            <a:off x="4711147" y="2805752"/>
            <a:ext cx="1898374" cy="1246495"/>
          </a:xfrm>
          <a:prstGeom prst="rect">
            <a:avLst/>
          </a:prstGeom>
          <a:noFill/>
          <a:effectLst/>
        </p:spPr>
        <p:txBody>
          <a:bodyPr wrap="square" rtlCol="0" anchor="ctr">
            <a:spAutoFit/>
          </a:bodyPr>
          <a:lstStyle/>
          <a:p>
            <a:pPr algn="ctr"/>
            <a:r>
              <a:rPr lang="en-FI" sz="2500" b="1" dirty="0">
                <a:ln w="22225">
                  <a:noFill/>
                  <a:prstDash val="solid"/>
                </a:ln>
                <a:solidFill>
                  <a:srgbClr val="656D83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Lucida Sans Unicode" panose="020B0602030504020204" pitchFamily="34" charset="0"/>
              </a:rPr>
              <a:t>K. Albin </a:t>
            </a:r>
            <a:r>
              <a:rPr lang="en-FI" sz="2500" b="1" dirty="0">
                <a:ln w="22225">
                  <a:noFill/>
                  <a:prstDash val="solid"/>
                </a:ln>
                <a:solidFill>
                  <a:srgbClr val="656D83"/>
                </a:solidFill>
                <a:latin typeface="Helvetica Light" panose="020B0403020202020204" pitchFamily="34" charset="0"/>
                <a:ea typeface="Helvetica Neue" panose="02000503000000020004" pitchFamily="2" charset="0"/>
                <a:cs typeface="Helvetica Neue" panose="02000503000000020004" pitchFamily="2" charset="0"/>
              </a:rPr>
              <a:t>Johanssons</a:t>
            </a:r>
            <a:r>
              <a:rPr lang="en-FI" sz="2500" b="1" dirty="0">
                <a:ln w="22225">
                  <a:noFill/>
                  <a:prstDash val="solid"/>
                </a:ln>
                <a:solidFill>
                  <a:srgbClr val="656D83"/>
                </a:solidFill>
                <a:latin typeface="Helvetica Light" panose="020B0403020202020204" pitchFamily="34" charset="0"/>
                <a:ea typeface="Helvetica Neue Light" panose="02000403000000020004" pitchFamily="2" charset="0"/>
                <a:cs typeface="Lucida Sans Unicode" panose="020B0602030504020204" pitchFamily="34" charset="0"/>
              </a:rPr>
              <a:t> Stiftelse</a:t>
            </a:r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1E0950A1-E811-FE4C-BC46-36438C514A04}"/>
              </a:ext>
            </a:extLst>
          </p:cNvPr>
          <p:cNvSpPr/>
          <p:nvPr/>
        </p:nvSpPr>
        <p:spPr>
          <a:xfrm>
            <a:off x="4748949" y="2528999"/>
            <a:ext cx="1800000" cy="1800000"/>
          </a:xfrm>
          <a:prstGeom prst="rect">
            <a:avLst/>
          </a:prstGeom>
          <a:noFill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FI"/>
          </a:p>
        </p:txBody>
      </p:sp>
    </p:spTree>
    <p:extLst>
      <p:ext uri="{BB962C8B-B14F-4D97-AF65-F5344CB8AC3E}">
        <p14:creationId xmlns:p14="http://schemas.microsoft.com/office/powerpoint/2010/main" val="121620515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</TotalTime>
  <Words>5</Words>
  <Application>Microsoft Macintosh PowerPoint</Application>
  <PresentationFormat>Widescreen</PresentationFormat>
  <Paragraphs>1</Paragraphs>
  <Slides>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6" baseType="lpstr">
      <vt:lpstr>Arial</vt:lpstr>
      <vt:lpstr>Calibri</vt:lpstr>
      <vt:lpstr>Calibri Light</vt:lpstr>
      <vt:lpstr>Helvetica Light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Brück, Oscar E M</dc:creator>
  <cp:lastModifiedBy>Brück, Oscar E M</cp:lastModifiedBy>
  <cp:revision>5</cp:revision>
  <dcterms:created xsi:type="dcterms:W3CDTF">2022-12-08T13:47:16Z</dcterms:created>
  <dcterms:modified xsi:type="dcterms:W3CDTF">2022-12-08T13:55:42Z</dcterms:modified>
</cp:coreProperties>
</file>