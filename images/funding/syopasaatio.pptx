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FI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753"/>
    <p:restoredTop sz="94681"/>
  </p:normalViewPr>
  <p:slideViewPr>
    <p:cSldViewPr snapToGrid="0" snapToObjects="1">
      <p:cViewPr varScale="1">
        <p:scale>
          <a:sx n="90" d="100"/>
          <a:sy n="90" d="100"/>
        </p:scale>
        <p:origin x="232" y="7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36B2B4-96DE-1C4E-9AA9-3E76B7DA19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B9C5D5-663C-E74C-AD7E-F3F142FFD2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F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714269-243A-A54B-A41D-D4BEC01625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51A97-2941-5D4F-B0B5-4B3C542B554D}" type="datetimeFigureOut">
              <a:rPr lang="en-FI" smtClean="0"/>
              <a:t>26/11/2022</a:t>
            </a:fld>
            <a:endParaRPr lang="en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68411B-A146-4345-B9A6-AA372A5D66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9B3F74-209F-9C47-80F5-788296E1DF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C87E0-B4EA-A943-AEE2-210A2FF22688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3863870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1A4FD4-CDF6-3E40-8CE8-4668B94810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3FE09A-E96F-124D-A1D4-A18F28BDDB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1D48C4-01E7-6F48-887D-C1A15AAF5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51A97-2941-5D4F-B0B5-4B3C542B554D}" type="datetimeFigureOut">
              <a:rPr lang="en-FI" smtClean="0"/>
              <a:t>26/11/2022</a:t>
            </a:fld>
            <a:endParaRPr lang="en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F9C6A0-C16F-054B-B089-EC7EE84EF7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6F409F-7A9F-024A-AA3D-7FFEC46490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C87E0-B4EA-A943-AEE2-210A2FF22688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19615258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D32B0E-AC75-6F4C-9BAF-8EE5890273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F49DE2-C4C8-7A4D-978F-09375FE271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816C4F-7FB8-874F-A3E4-D6CF5132A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51A97-2941-5D4F-B0B5-4B3C542B554D}" type="datetimeFigureOut">
              <a:rPr lang="en-FI" smtClean="0"/>
              <a:t>26/11/2022</a:t>
            </a:fld>
            <a:endParaRPr lang="en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1FF141-3E02-6146-B23E-0C55A9F603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C1C647-6F14-5C44-B714-219813DFAF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C87E0-B4EA-A943-AEE2-210A2FF22688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35742680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632E7E-F568-A24B-BEF3-C1D061892B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6E1EAC-44AD-4F43-8661-B379B9CF2C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D57DA3-BF3B-244E-BB93-D669EBC993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038C6C-3BA9-9A4E-B73A-0A3AACF5AE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51A97-2941-5D4F-B0B5-4B3C542B554D}" type="datetimeFigureOut">
              <a:rPr lang="en-FI" smtClean="0"/>
              <a:t>26/11/2022</a:t>
            </a:fld>
            <a:endParaRPr lang="en-FI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BD7399-1378-A14D-9F02-81ADA8A19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9AA22C-4808-0F41-B4AE-92932749D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C87E0-B4EA-A943-AEE2-210A2FF22688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18130644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A4879B-157E-F541-ABF7-CBF0E658E8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7170EA-0A2B-434A-89B0-2F46D49799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A2E0D1-C7DA-DA4C-B816-6DC95D6662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4CFBF53-D2C6-B341-BB01-E29D2DEF70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52FFC2-643E-C04E-A871-7521CD79047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9E00285-4050-7044-AEC7-1DE1993DD9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51A97-2941-5D4F-B0B5-4B3C542B554D}" type="datetimeFigureOut">
              <a:rPr lang="en-FI" smtClean="0"/>
              <a:t>26/11/2022</a:t>
            </a:fld>
            <a:endParaRPr lang="en-FI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3638043-EBB4-844B-9F5E-18391D33B4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8C707C7-C8C1-544B-B158-2042C36BF1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C87E0-B4EA-A943-AEE2-210A2FF22688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30590989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79D0E3-6C38-BD46-865D-720D2773EC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FBD0A96-013F-8B4F-BF7A-01F263CC53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51A97-2941-5D4F-B0B5-4B3C542B554D}" type="datetimeFigureOut">
              <a:rPr lang="en-FI" smtClean="0"/>
              <a:t>26/11/2022</a:t>
            </a:fld>
            <a:endParaRPr lang="en-FI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EDD2D8-3F4B-FA4D-B70A-19104EEC63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7F2061-A979-6947-B83F-170AFFDC1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C87E0-B4EA-A943-AEE2-210A2FF22688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2121869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0BE438E-3A80-FC44-913D-3F4B405F76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51A97-2941-5D4F-B0B5-4B3C542B554D}" type="datetimeFigureOut">
              <a:rPr lang="en-FI" smtClean="0"/>
              <a:t>26/11/2022</a:t>
            </a:fld>
            <a:endParaRPr lang="en-FI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BB43A78-DE69-C94C-9462-ACDF0C76E5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8D7DA9-F30B-5543-A125-1DA4F040D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C87E0-B4EA-A943-AEE2-210A2FF22688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32077591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C3CD76-62C4-B04B-9F3C-FD38509BF9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FA7640-2C8D-864A-BEB4-C9A38683B2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E0A1F6-C4BC-D44B-B4FE-411CED79B6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37030D-B1E2-004B-8742-231801CF43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51A97-2941-5D4F-B0B5-4B3C542B554D}" type="datetimeFigureOut">
              <a:rPr lang="en-FI" smtClean="0"/>
              <a:t>26/11/2022</a:t>
            </a:fld>
            <a:endParaRPr lang="en-FI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0BD277-C20C-B144-86D4-A0CC8A9E2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EBA897-50E9-7C49-A5B7-D60EC50355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C87E0-B4EA-A943-AEE2-210A2FF22688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25764631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9D992D-4294-DE49-B54A-CC65A1AB8B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D7F616D-1A1A-F44A-A382-43BBF218B9D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FI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AB4165-FCDF-F045-BBD2-0AA07CE05F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3F766B-4656-F744-95BF-7B0D24AB5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51A97-2941-5D4F-B0B5-4B3C542B554D}" type="datetimeFigureOut">
              <a:rPr lang="en-FI" smtClean="0"/>
              <a:t>26/11/2022</a:t>
            </a:fld>
            <a:endParaRPr lang="en-FI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816752-5D19-F34B-8E3F-15FE2A6FE8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6AEF3C-E92A-1541-BE92-DBB03EFF20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C87E0-B4EA-A943-AEE2-210A2FF22688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6473884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467C6B-84AD-9E4E-B024-1BBA2420E6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1BB2D7-E9E3-DB4A-BAD8-143E89B0D9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4D5282-8744-E24D-BAAB-EC64144C04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51A97-2941-5D4F-B0B5-4B3C542B554D}" type="datetimeFigureOut">
              <a:rPr lang="en-FI" smtClean="0"/>
              <a:t>26/11/2022</a:t>
            </a:fld>
            <a:endParaRPr lang="en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C74BBE-DE11-D541-914A-0BFF0D8A1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72252A-06D8-AF46-9816-25728B2A1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C87E0-B4EA-A943-AEE2-210A2FF22688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35272832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E761DFB-A843-F646-820D-CF41F48B2C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FFC042-AB33-0F45-B997-D7B15A445E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936EB1-3E27-434B-B724-2B8153AA33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51A97-2941-5D4F-B0B5-4B3C542B554D}" type="datetimeFigureOut">
              <a:rPr lang="en-FI" smtClean="0"/>
              <a:t>26/11/2022</a:t>
            </a:fld>
            <a:endParaRPr lang="en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521562-3EDF-374E-94F4-5148A6BF36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71D09C-6B95-724F-B3B3-10C83C0104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C87E0-B4EA-A943-AEE2-210A2FF22688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39831553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832C2DB-2F40-BE4F-8482-DFB9425EC6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CD2EB6-F046-824A-9C6B-62CFB16ABD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D4140F-A316-8049-89A2-177587CB30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C51A97-2941-5D4F-B0B5-4B3C542B554D}" type="datetimeFigureOut">
              <a:rPr lang="en-FI" smtClean="0"/>
              <a:t>26/11/2022</a:t>
            </a:fld>
            <a:endParaRPr lang="en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4CCACE-341D-5347-9B68-9C5C528C1A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F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A2EBDF-0B11-BC4F-8CA7-CCA6EFA54F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6C87E0-B4EA-A943-AEE2-210A2FF22688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34392084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FI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Logo&#10;&#10;Description automatically generated">
            <a:extLst>
              <a:ext uri="{FF2B5EF4-FFF2-40B4-BE49-F238E27FC236}">
                <a16:creationId xmlns:a16="http://schemas.microsoft.com/office/drawing/2014/main" id="{96FEB867-0600-D542-B1CF-3612A5C9D2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6265" y="1629000"/>
            <a:ext cx="6079470" cy="36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90509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Brück, Oscar E M</dc:creator>
  <cp:lastModifiedBy>Brück, Oscar E M</cp:lastModifiedBy>
  <cp:revision>2</cp:revision>
  <dcterms:created xsi:type="dcterms:W3CDTF">2022-11-26T21:40:03Z</dcterms:created>
  <dcterms:modified xsi:type="dcterms:W3CDTF">2022-11-26T21:44:45Z</dcterms:modified>
</cp:coreProperties>
</file>