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>
        <p:scale>
          <a:sx n="136" d="100"/>
          <a:sy n="136" d="100"/>
        </p:scale>
        <p:origin x="2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6EDA-B1B3-1546-9D6C-13D61794D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15290-1274-1C48-A6F0-78AC17E34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51A66-4EF1-6D4F-A5CE-87A41075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29342-A768-8949-B0A9-EF74267E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28C53-9246-444A-B1C2-4EDB374B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62251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6A35-22E0-9F41-9005-43526F4E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1130-7012-0D4A-9DAA-0588D8711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999B-E4E7-974E-A0AF-1FC46133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BD762-55BA-A04E-96A9-E16A1835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388F-696A-5C45-83F2-E661729E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061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4C4E-B3DB-6740-B528-47AF83E9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4FF54-A36B-4B45-8FAA-C64679022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F5B4-7504-E14E-B41E-02B2DD6D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C0842-BD45-E84A-8469-592D14C67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F71B5-CE29-8243-A92C-D5DEC32E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6356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61AA-4212-824B-9F65-D5E6757E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60D19-5533-6A44-BA7C-AEB4C2A2C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F6E11-444C-0645-AA15-05CA3B779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49425-2BCF-B847-9356-10CA0138F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C6EAC-1E57-0B40-A9BC-B3436FB6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1D04F-5F72-2440-BEC6-ABEBF459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2607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674F-4DF1-FA41-83B3-2E22B1F8F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B99A7-A362-B346-91B5-6E749D1FD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5DEFD-25B3-964A-875F-CB6B63302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1CCC5-F29B-7245-A3B9-0EB188149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A9D3F-3F95-4F47-A7A1-C521EF695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A4CF76-7590-6A49-AC23-A71A0AA1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4DD93-4B8F-D449-AEAC-D01FAF4B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C1265-36E5-A841-88EB-A97CDDCF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8259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7BD6-6A95-6348-A1FA-DC16FD7C6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FF050-A600-8745-A2D1-AF5583B30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AF34B-E070-5C4A-829C-E6B2C9F8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02445-0CF1-FD47-A48B-653C86DB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89638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8244D-E74F-7145-90C6-3024EDF1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46C06-8A1F-A046-A77D-349CD903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52CBE-0C6C-1247-A159-D6CF853E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0917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172F-27E2-5443-B595-491DFDDC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B7ACA-58A1-A047-9079-B98AECD43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460AF-538C-0847-8BCD-1A485B5C0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5C2FD-874B-0B42-B803-419ED866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C6020-D350-6A4D-9C15-D57AEDBB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1A17C-FEDE-A64B-9842-9DA3AA78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8810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DC43-A361-8141-B712-870C023C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95944-910A-0042-BC9E-E4376D346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06643-E033-F943-93D5-B75116F39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13E1B-C86B-C941-83B4-0A2BAF36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53111-C426-914C-AE31-747A3904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05D88-DBD9-DB41-95BB-74C07351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4994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AD8C-3FFF-6249-A3BA-32862042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BEC18-BFC7-7747-9F38-E8CA46FF0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6A5A9-0750-754B-B1FE-B918661B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C933-91F7-624B-A0E9-62834551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E3D30-4E01-824E-AE5C-F21BAE9E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6877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38FC5-1787-9948-98AB-DC777B808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4EBB-3E93-3D49-9E95-2F9100D1E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6DC43-C090-A14F-9500-1D6A61E3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2B1AD-5259-144A-B3E7-6988892B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7DB8A-6522-2F4E-A14D-4A737F10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5681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8ACB7-ECD9-964B-8D89-35002604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0421-A326-6542-ADCA-E10B5A0BA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D250-DE38-4246-B4BC-AED303186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71053-B216-644F-9739-88794A210CE7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2DB4A-1FF7-1C4F-89F8-2C677A39E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C458C-DEA2-3347-AD69-5A282D05B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A25FF-C6EF-0342-8FAF-22CD654EB56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3756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327B68E5-D3E7-BC41-9380-F27D0C8893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9000" y1="48500" x2="61625" y2="42667"/>
                        <a14:foregroundMark x1="51125" y1="45333" x2="52500" y2="44667"/>
                        <a14:foregroundMark x1="44875" y1="71167" x2="51875" y2="67667"/>
                        <a14:foregroundMark x1="44625" y1="76000" x2="51500" y2="72833"/>
                        <a14:foregroundMark x1="47625" y1="79500" x2="51000" y2="7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6000" y="1524000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0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1</cp:revision>
  <dcterms:created xsi:type="dcterms:W3CDTF">2022-05-18T11:34:26Z</dcterms:created>
  <dcterms:modified xsi:type="dcterms:W3CDTF">2022-05-18T11:57:44Z</dcterms:modified>
</cp:coreProperties>
</file>