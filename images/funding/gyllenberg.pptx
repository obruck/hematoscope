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7"/>
  </p:normalViewPr>
  <p:slideViewPr>
    <p:cSldViewPr snapToGrid="0" snapToObjects="1">
      <p:cViewPr varScale="1">
        <p:scale>
          <a:sx n="90" d="100"/>
          <a:sy n="90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D3FC-4BB4-274B-8F6E-57EEB9D10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E4C86-D7C0-1D47-A12E-C7B97FF88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50C5E-DFFF-8745-B6FC-9D1C0F31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99234-EEAA-1D44-A03A-8C620776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D6AC-002D-334A-9090-502994A4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1194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F41F-B01A-1647-BE1E-9F6CB872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A20D-0135-C04D-883A-8C5723F2D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A2A8C-2681-8847-A49F-5F0F6610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E3CA3-36FF-9240-9A90-96416EB2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05679-E670-9840-8D1E-E3647E52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3113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1ED-BF5D-5B49-98A9-06E8250C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84F54-EDC6-874E-8B8F-0CB2B8CA0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ED25F-A1E4-234E-81A8-36C9659C3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8A83-DABC-1D4A-A75A-A5408F0D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6EC9-F72B-804C-944B-A46F2735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079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CF0F-1474-5943-9596-5610BBF4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03F3C-C0E6-B642-AAF3-C18C027E5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797B1-00D4-C54E-897D-64E68C30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05E7-8AFB-B04D-87F9-06E262B6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6F12B-BBB1-E34E-9BE4-542EE4F3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2494D-1C29-0C43-8E4C-B567DB2F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8678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E9C9A-C818-AE48-8EF0-19216068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DE028-5769-5447-ADAD-C79B5226E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6BAB3-C5B2-B747-BD90-4E4B56963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3067D-764B-CC49-B1A7-9A29D072D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B5247-E3B3-264A-ADE5-C6CEE4E83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FE2E1-0BBC-8846-806E-ED85774F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F15D3-23E1-1C47-956E-40C199CF2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88025-19AF-E14F-BCB1-99746650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276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35B3-8BC4-0340-A97A-17EDAE06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6AE4D4-E6D1-2C43-98BB-34EA2623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5B7E9-D9CC-AC42-911A-022DEB33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E77B2-31A9-424B-A14F-6A983562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2891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88846-8083-CE48-B203-12E2F7B2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4D959-CAA8-924F-BCA0-3A5C58BC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2A843-7D20-1841-AE13-B62A3E6A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8947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6A55-977E-EF4A-83F9-EA105C12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8D30-BCF9-3B45-8211-4E81BBABE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C6ECA-0529-4249-9086-8DB895213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BB52A-7B2C-FB43-A70E-B42F988B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B0B42-5C24-6D44-9E21-FBC56239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13202-FE39-4E49-83CF-E798DE85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6451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F9BB-0A27-AE47-9F89-9D92D8673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49F5E-2586-EE41-B7BB-164C782D5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0A738-8A85-C44F-844D-F8E58175A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56CFD-E2EC-3945-BE9F-E1A0A55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C3A72-2294-6C46-8222-0F9C018E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ED666-F665-EB4A-99F6-54046756E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5068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A4DC-2E11-184A-B550-64E2DA62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6ADE6-25C4-6740-96E3-4F7709C4D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EC768-453F-CA41-9703-F1475936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F22C2-09E0-584C-A806-2FFCEC86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93ACE-EA47-3745-BB4A-C908A968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5573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55411-7AAD-6E44-B59C-86E1572B2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4CBBD-0250-594A-A045-FDDECB806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F4F0-018E-2E48-A043-1CD20394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1535B-02E0-3548-9D43-7F23F997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3A88C-420F-F144-B392-6213EF2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94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0F6DD-0EEA-3246-88E1-44D0DC25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1ACAE-D4CE-5342-B4F3-AD5AE87B7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9CB7-2CB9-4248-8C97-15EF2B19B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F1238-479B-BF4E-A73E-5C99CF6B1A49}" type="datetimeFigureOut">
              <a:rPr lang="en-FI" smtClean="0"/>
              <a:t>18/05/2022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B6664-450B-0340-B813-864B683A6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B4BF7-1DC8-CF4E-99A7-9384CE251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2D045-D102-6140-A1B3-23B16D7C162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3226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8961C617-2730-184F-8E2A-5F0FE1C06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5" y="1689100"/>
            <a:ext cx="7205088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2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2022-05-18T11:31:07Z</dcterms:created>
  <dcterms:modified xsi:type="dcterms:W3CDTF">2022-05-18T12:01:24Z</dcterms:modified>
</cp:coreProperties>
</file>