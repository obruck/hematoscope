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4665"/>
  </p:normalViewPr>
  <p:slideViewPr>
    <p:cSldViewPr snapToGrid="0" snapToObjects="1">
      <p:cViewPr varScale="1">
        <p:scale>
          <a:sx n="114" d="100"/>
          <a:sy n="114" d="100"/>
        </p:scale>
        <p:origin x="4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1ECB3-1AE4-3C44-96C7-7C8C8E017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9FB7A0-881D-A540-9A64-0EA81D76DF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417BF-C73B-5744-9C42-500B5D741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F4E8-683D-9A4D-8F6D-D49DA88E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1DA6F-B678-5848-BF3F-CD24AA68A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740028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0689A-AD20-B14C-B9A9-95CF9960B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E2F55-45A7-7549-9622-6D2C7FBAE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9EB77-611B-C446-A0AE-AAACB9095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1578D-1763-0E47-BF06-BC8F2765D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8B23A-8236-6841-A2A2-09506DF00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83074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59251-5A58-C040-9BD4-A06C0B791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3816D-8C60-154B-B523-47150827B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445C4-A705-B740-96E8-B83A3075B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C33B8B-2F5A-5344-9D51-E4613A608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5D13B4-C314-D749-9EB9-E1793FC8A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23195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7EA88-226D-8946-B30A-81E21106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53B23-E062-4F48-914D-537F0E7956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F08DF-6EEC-2748-A80A-4D964753C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BE072A-C667-3A4F-8E9D-85BB570A8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ED9D7-1AAD-FE44-BCFC-E782A9900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D977C-9516-8443-8DEF-7D19DE851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7638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8AE6F-18FF-4344-830E-A46625094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C13E6A-C452-1242-9EF4-145024D34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50BA53-E862-594F-BAAC-247021E5F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FFE92E-254F-4146-9F1F-CF2173E69A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1BF1D-AEE4-674B-85AE-CCB55A7D3F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0C1F0D-08EF-084F-9226-599581626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6EEDE5-40E1-8348-8F29-F3B9C7D20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A829E2-1092-204A-A664-9EC3BB344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18764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C213-373D-8947-80EA-8C6452591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29CCF9-25B8-E843-8AF0-2ACE2DEA4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CF6C80-CDF8-E34D-B7D5-3E0CA41ED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2DB0EE-A462-E944-98EA-F84358435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92868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044CA5-7641-9E4D-AB45-17FB1378C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B4DFC4-D48C-C34B-82F9-A8912B19A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FFFCA-9DE1-4C4C-814D-312BCA64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09051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25FA9-F495-2346-83D5-BB3C0D487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A6EFE-590D-FD44-818F-755CAF848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DEFF2-F85A-E447-8C74-0D5C6EE8CC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14178F-C490-7D43-B2A9-438F1CBD9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282AA9-F85F-EB4E-956D-54C288BAA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FE863-1D9C-D84A-9020-FA8BDFA96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546100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9F19F-26CF-5647-9D3E-5C8B22409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E3F341-3240-BA4C-9E79-72869CE351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6EC620-90DA-474C-9FB2-0AE3AA13C3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478B9E-AC63-9C4D-92D5-A53884D4D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8739F-7786-944D-9752-4B0A33050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3333E-39F5-3C49-8BE4-2445B0FED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729978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5D45C-B3AC-0742-9434-BD2CFB7A3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A77762-73C0-9A41-86A3-03EC4FC08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C3416-BD3E-C647-8EC6-9A7B2AF7E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EB2358-A55C-6B47-8DDD-1E720BEC5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31D720-0127-D94B-AEE5-453BA70E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355771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8A68E9-2F15-A04A-805F-685A5DC1B1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921CD-ABE2-5549-A6FD-8773E35C1C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20D6-78E4-1E44-9C9B-1058FE4FA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5895D-BCF3-D34D-8D57-702BA9FCD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09AC3-EEEA-9D45-BFF0-75FBB9AE4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33339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08329A-47BB-484F-862D-5FC6C2D36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7E4E3-9840-4B45-A855-78A2AC9BF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299B1-9BA1-0842-9CE0-FDE508C7E7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A045D-C265-BF48-B016-968449AFA25F}" type="datetimeFigureOut">
              <a:rPr lang="en-FI" smtClean="0"/>
              <a:t>26/11/2022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8C198-5EF9-9246-8906-388459A192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8AC831-0EA1-2E41-8947-55FD76099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A4858-D01F-5747-BD02-2348833A0E8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990631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7E60250-DF20-3F47-BBD2-EC4665BA8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750" y="2971800"/>
            <a:ext cx="22225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210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Brück, Oscar E M</dc:creator>
  <cp:lastModifiedBy>Brück, Oscar E M</cp:lastModifiedBy>
  <cp:revision>1</cp:revision>
  <dcterms:created xsi:type="dcterms:W3CDTF">2022-11-26T21:46:58Z</dcterms:created>
  <dcterms:modified xsi:type="dcterms:W3CDTF">2022-11-26T21:47:17Z</dcterms:modified>
</cp:coreProperties>
</file>