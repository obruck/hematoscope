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5"/>
  </p:normalViewPr>
  <p:slideViewPr>
    <p:cSldViewPr snapToGrid="0" snapToObjects="1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ECB3-1AE4-3C44-96C7-7C8C8E017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FB7A0-881D-A540-9A64-0EA81D76D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417BF-C73B-5744-9C42-500B5D74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F4E8-683D-9A4D-8F6D-D49DA88E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1DA6F-B678-5848-BF3F-CD24AA68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4002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689A-AD20-B14C-B9A9-95CF9960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2F55-45A7-7549-9622-6D2C7FBAE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EB77-611B-C446-A0AE-AAACB909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578D-1763-0E47-BF06-BC8F2765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B23A-8236-6841-A2A2-09506DF0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8307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9251-5A58-C040-9BD4-A06C0B79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3816D-8C60-154B-B523-47150827B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445C4-A705-B740-96E8-B83A3075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33B8B-2F5A-5344-9D51-E4613A60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13B4-C314-D749-9EB9-E1793FC8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2319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EA88-226D-8946-B30A-81E21106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3B23-E062-4F48-914D-537F0E795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08DF-6EEC-2748-A80A-4D964753C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E072A-C667-3A4F-8E9D-85BB570A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ED9D7-1AAD-FE44-BCFC-E782A990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D977C-9516-8443-8DEF-7D19DE85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7638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AE6F-18FF-4344-830E-A4662509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13E6A-C452-1242-9EF4-145024D34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0BA53-E862-594F-BAAC-247021E5F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FE92E-254F-4146-9F1F-CF2173E69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1BF1D-AEE4-674B-85AE-CCB55A7D3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C1F0D-08EF-084F-9226-59958162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EEDE5-40E1-8348-8F29-F3B9C7D2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829E2-1092-204A-A664-9EC3BB34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1876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C213-373D-8947-80EA-8C645259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CCF9-25B8-E843-8AF0-2ACE2DEA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F6C80-CDF8-E34D-B7D5-3E0CA41E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DB0EE-A462-E944-98EA-F8435843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9286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44CA5-7641-9E4D-AB45-17FB1378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4DFC4-D48C-C34B-82F9-A8912B19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FFFCA-9DE1-4C4C-814D-312BCA64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905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5FA9-F495-2346-83D5-BB3C0D48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6EFE-590D-FD44-818F-755CAF848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DEFF2-F85A-E447-8C74-0D5C6EE8C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4178F-C490-7D43-B2A9-438F1CBD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82AA9-F85F-EB4E-956D-54C288BA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FE863-1D9C-D84A-9020-FA8BDFA9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4610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F19F-26CF-5647-9D3E-5C8B2240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3F341-3240-BA4C-9E79-72869CE35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EC620-90DA-474C-9FB2-0AE3AA13C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78B9E-AC63-9C4D-92D5-A53884D4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8739F-7786-944D-9752-4B0A3305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3333E-39F5-3C49-8BE4-2445B0FE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2997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D45C-B3AC-0742-9434-BD2CFB7A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77762-73C0-9A41-86A3-03EC4FC08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3416-BD3E-C647-8EC6-9A7B2AF7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2358-A55C-6B47-8DDD-1E720BEC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D720-0127-D94B-AEE5-453BA70E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5577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A68E9-2F15-A04A-805F-685A5DC1B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21CD-ABE2-5549-A6FD-8773E35C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20D6-78E4-1E44-9C9B-1058FE4F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5895D-BCF3-D34D-8D57-702BA9FC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09AC3-EEEA-9D45-BFF0-75FBB9AE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3333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8329A-47BB-484F-862D-5FC6C2D3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7E4E3-9840-4B45-A855-78A2AC9BF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99B1-9BA1-0842-9CE0-FDE508C7E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A045D-C265-BF48-B016-968449AFA25F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8C198-5EF9-9246-8906-388459A19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AC831-0EA1-2E41-8947-55FD76099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A4858-D01F-5747-BD02-2348833A0E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9063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E60250-DF20-3F47-BBD2-EC4665BA8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0" y="2971800"/>
            <a:ext cx="2222500" cy="914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D2A69B-A7B1-114A-9900-BBB91E0E1161}"/>
              </a:ext>
            </a:extLst>
          </p:cNvPr>
          <p:cNvSpPr>
            <a:spLocks noChangeAspect="1"/>
          </p:cNvSpPr>
          <p:nvPr/>
        </p:nvSpPr>
        <p:spPr>
          <a:xfrm>
            <a:off x="4836000" y="2169000"/>
            <a:ext cx="2520000" cy="25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u="sng" dirty="0"/>
          </a:p>
        </p:txBody>
      </p:sp>
    </p:spTree>
    <p:extLst>
      <p:ext uri="{BB962C8B-B14F-4D97-AF65-F5344CB8AC3E}">
        <p14:creationId xmlns:p14="http://schemas.microsoft.com/office/powerpoint/2010/main" val="342121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2022-11-26T21:46:58Z</dcterms:created>
  <dcterms:modified xsi:type="dcterms:W3CDTF">2022-11-27T08:10:39Z</dcterms:modified>
</cp:coreProperties>
</file>