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43"/>
  </p:normalViewPr>
  <p:slideViewPr>
    <p:cSldViewPr snapToGrid="0" snapToObjects="1">
      <p:cViewPr varScale="1">
        <p:scale>
          <a:sx n="111" d="100"/>
          <a:sy n="111" d="100"/>
        </p:scale>
        <p:origin x="6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1EF6-E613-A842-9CA1-05C5D3036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7F792-C520-B744-BF79-18DCFE4A7B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05384-3D5D-BB48-A533-ECA02B0A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403C9-C57F-E646-BCEB-ACDA19B00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7FE0C-6EEA-2141-B801-3F981512F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15103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A7594-4A6E-6641-AA9F-59FD50B4F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3F8B-CD66-B34A-8670-63767847F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05686-A35F-864F-AAB1-D242A4E2D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52528-090C-DB46-A4B0-E5BEA1718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9A86F-9E72-D94D-973B-5CF5F9F5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85641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B8E81-2205-0C41-B8C6-67476FB1A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D472E0-7A1E-2F4D-97F3-CDB11B0DE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4E2BD-C9AD-C547-9908-89534F201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8512B-516D-8A4F-AE00-E1580F5D2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45429-E256-A346-A76D-E376CE2A8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45018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1580-2F4E-B24F-AF7C-D22046D32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43D1E-83AA-8B4C-A981-7929987A8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DE985-EB90-1242-B140-DB24F01D3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80FF1-D3F8-FE48-87B1-D988473F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4ECB9-655E-EF44-A47C-0034DE401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451FA-2C20-DF48-9E11-93CBC9558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11243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376E3-554D-A24C-AA08-6138F88F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852B0-FA90-DD40-A50C-5D622A273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A0774-9770-9C42-B3BC-5F8439E71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5F315B-2C0A-434D-B7CD-8C16F26674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545342-D803-A249-BC07-AF1D58F030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04059E-CB63-FB47-AE9F-34CAE307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5FB02D-2BF3-F240-994C-18C11ABD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51280D-FF85-2748-B942-392A10C67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69870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62CA5-2AB5-6D4A-81F8-268CE1BF4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CA7BA9-20F1-DA44-B182-B2BE5D0A5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C0BD07-7C4F-9849-9DF7-D0E8CB0D6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315F0B-D917-0847-99D9-214661D9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6165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6A7E9E-FD95-D340-BA4B-422083994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6C707-E42B-004B-9F76-CC66E3D4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0FFCC-1146-E246-8299-B344D6A0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3307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95B0-8F21-3C47-A34D-82045C02F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82D36-75DF-9142-BB0D-CAD68CAD7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5EB79B-688C-CD42-B1B1-D3260F37B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7F383-3F98-7947-B485-AAE4367D1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9CEE7-503E-C542-8523-A36371A1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F6F9F-6FEC-B44E-B624-476E84C7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080257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E8C0-9D7C-7B44-B41C-6EE00FB94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72A46-CA9A-AC43-82CC-79C49A5130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4D01F-AE35-8D4A-B2AE-A5678DB32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7EEAC-8358-2346-9DCA-EC4031EC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BEF3A-0304-1A4B-A346-DDFADAE1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EFE38-042B-9145-B375-729DE237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59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0CCE-D428-934B-82C2-50D96EBD7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6CF2F5-AE7D-1D40-AD06-A4E8FD0142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8B7C1-8A68-AA4A-9460-96DAE372D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BB8EA-5CA8-4046-A188-09B43913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92732-DED0-724F-B959-B061D5810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8759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514F4D-90DB-344E-A047-8426A0ABD0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CF2A8-DEE5-9847-83C4-8DF0988D7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5C5D9-C742-F74B-AC2D-53B23E6A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DC2E3-015B-624A-8762-7BC6A661E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7A5AC-3A6F-DC48-AADD-5D60DFD1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7683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BCC012-793D-3C45-BF91-C9895D212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FA22E-09E0-7040-BE03-55BBE1F8A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DC3BD-7CEE-8248-9FF0-BB02A89333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2B1FED-5766-BA42-AD3F-FCE80DA8C231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ABE83-817B-2C40-848B-8AA8DB39F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2CF51-6637-844E-B59A-A574CA059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8AA03-FE22-6545-828B-E2AC4F51768D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96142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BE738FCA-844B-0040-95B7-F3701EEF5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0" y="2819400"/>
            <a:ext cx="1651000" cy="1219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78F5E0-C2D7-1546-BEF1-03CD2BC4C7E7}"/>
              </a:ext>
            </a:extLst>
          </p:cNvPr>
          <p:cNvSpPr/>
          <p:nvPr/>
        </p:nvSpPr>
        <p:spPr>
          <a:xfrm>
            <a:off x="5196000" y="2529000"/>
            <a:ext cx="1800000" cy="18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0889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1</cp:revision>
  <dcterms:created xsi:type="dcterms:W3CDTF">2022-12-08T18:44:59Z</dcterms:created>
  <dcterms:modified xsi:type="dcterms:W3CDTF">2022-12-08T18:45:33Z</dcterms:modified>
</cp:coreProperties>
</file>