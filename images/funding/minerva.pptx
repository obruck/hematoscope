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81"/>
  </p:normalViewPr>
  <p:slideViewPr>
    <p:cSldViewPr snapToGrid="0" snapToObjects="1">
      <p:cViewPr varScale="1">
        <p:scale>
          <a:sx n="90" d="100"/>
          <a:sy n="90" d="100"/>
        </p:scale>
        <p:origin x="232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6B2B4-96DE-1C4E-9AA9-3E76B7DA19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B9C5D5-663C-E74C-AD7E-F3F142FFD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14269-243A-A54B-A41D-D4BEC016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1A97-2941-5D4F-B0B5-4B3C542B554D}" type="datetimeFigureOut">
              <a:rPr lang="en-FI" smtClean="0"/>
              <a:t>26/11/2022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8411B-A146-4345-B9A6-AA372A5D6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B3F74-209F-9C47-80F5-788296E1D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87E0-B4EA-A943-AEE2-210A2FF2268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63870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A4FD4-CDF6-3E40-8CE8-4668B9481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FE09A-E96F-124D-A1D4-A18F28BDD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D48C4-01E7-6F48-887D-C1A15AA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1A97-2941-5D4F-B0B5-4B3C542B554D}" type="datetimeFigureOut">
              <a:rPr lang="en-FI" smtClean="0"/>
              <a:t>26/11/2022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9C6A0-C16F-054B-B089-EC7EE84E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F409F-7A9F-024A-AA3D-7FFEC4649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87E0-B4EA-A943-AEE2-210A2FF2268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61525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32B0E-AC75-6F4C-9BAF-8EE589027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49DE2-C4C8-7A4D-978F-09375FE27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16C4F-7FB8-874F-A3E4-D6CF5132A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1A97-2941-5D4F-B0B5-4B3C542B554D}" type="datetimeFigureOut">
              <a:rPr lang="en-FI" smtClean="0"/>
              <a:t>26/11/2022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FF141-3E02-6146-B23E-0C55A9F60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1C647-6F14-5C44-B714-219813DF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87E0-B4EA-A943-AEE2-210A2FF2268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574268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32E7E-F568-A24B-BEF3-C1D061892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E1EAC-44AD-4F43-8661-B379B9CF2C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57DA3-BF3B-244E-BB93-D669EBC99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038C6C-3BA9-9A4E-B73A-0A3AACF5A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1A97-2941-5D4F-B0B5-4B3C542B554D}" type="datetimeFigureOut">
              <a:rPr lang="en-FI" smtClean="0"/>
              <a:t>26/11/2022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D7399-1378-A14D-9F02-81ADA8A19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AA22C-4808-0F41-B4AE-92932749D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87E0-B4EA-A943-AEE2-210A2FF2268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13064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879B-157E-F541-ABF7-CBF0E658E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170EA-0A2B-434A-89B0-2F46D4979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2E0D1-C7DA-DA4C-B816-6DC95D666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CFBF53-D2C6-B341-BB01-E29D2DEF70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52FFC2-643E-C04E-A871-7521CD7904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E00285-4050-7044-AEC7-1DE1993DD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1A97-2941-5D4F-B0B5-4B3C542B554D}" type="datetimeFigureOut">
              <a:rPr lang="en-FI" smtClean="0"/>
              <a:t>26/11/2022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638043-EBB4-844B-9F5E-18391D33B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C707C7-C8C1-544B-B158-2042C36BF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87E0-B4EA-A943-AEE2-210A2FF2268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059098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9D0E3-6C38-BD46-865D-720D2773E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BD0A96-013F-8B4F-BF7A-01F263CC5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1A97-2941-5D4F-B0B5-4B3C542B554D}" type="datetimeFigureOut">
              <a:rPr lang="en-FI" smtClean="0"/>
              <a:t>26/11/2022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EDD2D8-3F4B-FA4D-B70A-19104EEC6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F2061-A979-6947-B83F-170AFFDC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87E0-B4EA-A943-AEE2-210A2FF2268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12186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BE438E-3A80-FC44-913D-3F4B405F7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1A97-2941-5D4F-B0B5-4B3C542B554D}" type="datetimeFigureOut">
              <a:rPr lang="en-FI" smtClean="0"/>
              <a:t>26/11/2022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B43A78-DE69-C94C-9462-ACDF0C76E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D7DA9-F30B-5543-A125-1DA4F040D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87E0-B4EA-A943-AEE2-210A2FF2268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07759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3CD76-62C4-B04B-9F3C-FD38509BF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A7640-2C8D-864A-BEB4-C9A38683B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E0A1F6-C4BC-D44B-B4FE-411CED79B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7030D-B1E2-004B-8742-231801CF4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1A97-2941-5D4F-B0B5-4B3C542B554D}" type="datetimeFigureOut">
              <a:rPr lang="en-FI" smtClean="0"/>
              <a:t>26/11/2022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BD277-C20C-B144-86D4-A0CC8A9E2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BA897-50E9-7C49-A5B7-D60EC5035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87E0-B4EA-A943-AEE2-210A2FF2268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576463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D992D-4294-DE49-B54A-CC65A1AB8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7F616D-1A1A-F44A-A382-43BBF218B9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AB4165-FCDF-F045-BBD2-0AA07CE05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F766B-4656-F744-95BF-7B0D24AB5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1A97-2941-5D4F-B0B5-4B3C542B554D}" type="datetimeFigureOut">
              <a:rPr lang="en-FI" smtClean="0"/>
              <a:t>26/11/2022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16752-5D19-F34B-8E3F-15FE2A6F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6AEF3C-E92A-1541-BE92-DBB03EFF2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87E0-B4EA-A943-AEE2-210A2FF2268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4738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67C6B-84AD-9E4E-B024-1BBA2420E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1BB2D7-E9E3-DB4A-BAD8-143E89B0D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D5282-8744-E24D-BAAB-EC64144C0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1A97-2941-5D4F-B0B5-4B3C542B554D}" type="datetimeFigureOut">
              <a:rPr lang="en-FI" smtClean="0"/>
              <a:t>26/11/2022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74BBE-DE11-D541-914A-0BFF0D8A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2252A-06D8-AF46-9816-25728B2A1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87E0-B4EA-A943-AEE2-210A2FF2268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527283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761DFB-A843-F646-820D-CF41F48B2C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FFC042-AB33-0F45-B997-D7B15A445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36EB1-3E27-434B-B724-2B8153AA3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1A97-2941-5D4F-B0B5-4B3C542B554D}" type="datetimeFigureOut">
              <a:rPr lang="en-FI" smtClean="0"/>
              <a:t>26/11/2022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21562-3EDF-374E-94F4-5148A6BF3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1D09C-6B95-724F-B3B3-10C83C010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87E0-B4EA-A943-AEE2-210A2FF2268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8315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32C2DB-2F40-BE4F-8482-DFB9425EC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D2EB6-F046-824A-9C6B-62CFB16AB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4140F-A316-8049-89A2-177587CB3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51A97-2941-5D4F-B0B5-4B3C542B554D}" type="datetimeFigureOut">
              <a:rPr lang="en-FI" smtClean="0"/>
              <a:t>26/11/2022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CCACE-341D-5347-9B68-9C5C528C1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2EBDF-0B11-BC4F-8CA7-CCA6EFA54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C87E0-B4EA-A943-AEE2-210A2FF2268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39208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7D70F2FD-03EA-3440-840D-2472103FC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550" y="2228850"/>
            <a:ext cx="186690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050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Brück, Oscar E M</dc:creator>
  <cp:lastModifiedBy>Brück, Oscar E M</cp:lastModifiedBy>
  <cp:revision>1</cp:revision>
  <dcterms:created xsi:type="dcterms:W3CDTF">2022-11-26T21:40:03Z</dcterms:created>
  <dcterms:modified xsi:type="dcterms:W3CDTF">2022-11-26T21:40:37Z</dcterms:modified>
</cp:coreProperties>
</file>