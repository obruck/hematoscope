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0"/>
    <p:restoredTop sz="94626"/>
  </p:normalViewPr>
  <p:slideViewPr>
    <p:cSldViewPr snapToGrid="0" snapToObjects="1">
      <p:cViewPr varScale="1">
        <p:scale>
          <a:sx n="111" d="100"/>
          <a:sy n="111" d="100"/>
        </p:scale>
        <p:origin x="632" y="20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9B63AB-BFDB-A24E-8436-95982983DCD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A0293-3CB5-4A43-BF86-13D488DCC71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5A2178-C01E-3647-ABCF-E664A9688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577FB3-65B5-F446-BB99-7EE5C2CDAA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DE14D9-CDA4-F04E-B4B4-3D900EE13D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004277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96151-70ED-E942-A626-38AC6A3FA9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1FF4D7-605C-CB4E-A76C-319524FCD4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1270FF-2164-8440-B915-412C08B91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78A0CE-C3E3-3E4E-8C73-0966DBAF79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66116B-99F8-B344-858E-338597F5CB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3890819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5B483C-D320-EA44-9C41-159AC9558C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09E0C1-E19C-3845-95AD-0977BD619C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A04090-7F35-9648-B77A-25613319E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9113D4A-EF7B-9340-99F2-8999EA240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353EB9-FE6A-C941-9FA1-BA3C0F46D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5564912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109013-94A4-3540-9A7D-ACD0FD635F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0E2F8C-B4C9-0F49-AD72-5EBC84E76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9E821CD-2099-E44E-BC11-51818E1D465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D77A7E1-0E43-9D47-B2EA-039F1B81C5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BDFB66-3AEB-5D40-9DF0-6DC45D3F5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D2FB0C-AD11-9F4B-90B1-9A225DF0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2108690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61319-6996-DC42-84DB-D8EFC0391A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496411-9EDF-CD4B-AF8C-B68661F374A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76FF09-2986-2E40-B2F8-98541DB97E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A572EB-05F3-4D42-9473-BA0A51AF118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86A5D6B-3332-D643-ADE0-F6A5E25639F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0026CDE-B67C-DA46-AFF9-363609402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263DE97-EC0D-8E40-BA34-4BAB7D3245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BFB2CDE-C300-3C4D-8114-D623F1726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365841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D3612-8F2C-6748-B06C-657B29467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B38C5D0-B7FA-D040-980C-1B83E6271C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9E13ED0-B5F6-254C-9243-9BD248049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E33486F-EF02-9548-8242-C82F924263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5988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D26AA70-C5FF-9C4F-B521-9729C199D2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58177D5-E9F3-9B43-A764-32FE2D764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9700D1-4526-954A-9582-7E680CDE8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8131134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AEF097-4FB4-7742-AAE6-B6D5B61C41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52D66D-EA41-4D41-AD30-864F6D4933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E96E9A2-8A1A-3941-82D4-A7514355B8F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7F1FF05-985B-C248-AA5F-25429C1EDF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8F80913-63CA-724D-AF91-B2681E4509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FEC4A7-0183-3A42-AAF6-BBE6DB2A8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40340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331BD-5B6C-0E41-B5C6-88BF6CD19C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44FDE2-C60B-9741-A332-0ABE4452A8B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3C5863F-9B82-D84C-98C5-6F3236CECAB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9B7055-BA6D-CB4B-AF69-84FF43F9B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C0366D-7B13-864A-B90F-29FC1EAA1C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E2F8518-136E-F943-9F6A-CA27DCF1D6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776498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1BC8D1-54FB-2544-BDF3-E6FF69CD0E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84E3C6-77A1-6D45-9A06-EBC7ACF4F6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B3E8C0-538D-6945-801B-DD328B5655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F6B121-87C7-DE48-80CC-EB018C5686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74AA50-C2E0-124C-9DFB-3FB5693FB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117104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52DA394-FC76-F34A-88B6-9376A27BB9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57338FE-F738-424D-8ACF-A34E39940D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1D1C21-1690-1447-919F-4BA7CF5F2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49EE96-AAC1-2B49-9867-D7E01DD26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E4CBF6-0CF0-2B42-8B19-21167C7C8A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1846209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30BA463-EF70-5D4A-A2CD-F184D260D5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A96ECC-68B5-0A4C-BEB9-7E7771B646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B29A8-FCD1-1B41-98BC-E90615DB4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4C9F39-1BBA-134C-9DFC-3F78F8A92C10}" type="datetimeFigureOut">
              <a:rPr lang="en-FI" smtClean="0"/>
              <a:t>22/12/2021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B0159-60FE-3447-8AB6-A03C5B55EDC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49FD30-C2C9-CC4E-871E-D488663F70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0F3ABA-9F75-854C-BE5A-83221ED00BF8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9456501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tiff"/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tiff"/><Relationship Id="rId4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17CA1C1-9CC9-9C43-9FF8-6D8AF9073EC2}"/>
              </a:ext>
            </a:extLst>
          </p:cNvPr>
          <p:cNvGrpSpPr>
            <a:grpSpLocks noChangeAspect="1"/>
          </p:cNvGrpSpPr>
          <p:nvPr/>
        </p:nvGrpSpPr>
        <p:grpSpPr>
          <a:xfrm>
            <a:off x="287728" y="350578"/>
            <a:ext cx="2705652" cy="1080000"/>
            <a:chOff x="3239273" y="3614639"/>
            <a:chExt cx="1578297" cy="630000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1794167-1FB1-3041-836A-DB4717F928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3239273" y="3614639"/>
              <a:ext cx="630000" cy="63000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48C67FC8-9AF2-C543-A4D7-6C8DB55FC23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p:blipFill>
          <p:spPr>
            <a:xfrm>
              <a:off x="4026981" y="3614639"/>
              <a:ext cx="790589" cy="63000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C0FCB87-D16D-2349-9F14-F5BDC295EA3B}"/>
              </a:ext>
            </a:extLst>
          </p:cNvPr>
          <p:cNvGrpSpPr>
            <a:grpSpLocks noChangeAspect="1"/>
          </p:cNvGrpSpPr>
          <p:nvPr/>
        </p:nvGrpSpPr>
        <p:grpSpPr>
          <a:xfrm>
            <a:off x="641128" y="1935286"/>
            <a:ext cx="1993914" cy="1080000"/>
            <a:chOff x="1333102" y="1987733"/>
            <a:chExt cx="1667193" cy="903032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9A9BF504-3BA8-0442-BC73-6052018DDF6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1333102" y="1990765"/>
              <a:ext cx="901169" cy="900000"/>
            </a:xfrm>
            <a:prstGeom prst="ellipse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2A47620-8D0C-814A-A203-293112B28C7F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 cstate="hq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2337437" y="1987733"/>
              <a:ext cx="662858" cy="900000"/>
            </a:xfrm>
            <a:prstGeom prst="rect">
              <a:avLst/>
            </a:prstGeom>
          </p:spPr>
        </p:pic>
      </p:grpSp>
      <p:pic>
        <p:nvPicPr>
          <p:cNvPr id="13" name="Picture 12">
            <a:extLst>
              <a:ext uri="{FF2B5EF4-FFF2-40B4-BE49-F238E27FC236}">
                <a16:creationId xmlns:a16="http://schemas.microsoft.com/office/drawing/2014/main" id="{F34570CD-CAA2-2C42-8CB4-41A0966F152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9066" y="3747034"/>
            <a:ext cx="1546666" cy="144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51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1</cp:revision>
  <dcterms:created xsi:type="dcterms:W3CDTF">2021-12-22T13:07:18Z</dcterms:created>
  <dcterms:modified xsi:type="dcterms:W3CDTF">2021-12-22T13:08:43Z</dcterms:modified>
</cp:coreProperties>
</file>