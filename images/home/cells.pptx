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330" r:id="rId2"/>
  </p:sldIdLst>
  <p:sldSz cx="12192000" cy="6858000"/>
  <p:notesSz cx="6858000" cy="9144000"/>
  <p:defaultTextStyle>
    <a:defPPr>
      <a:defRPr lang="en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EA9B8"/>
    <a:srgbClr val="000000"/>
    <a:srgbClr val="D9D9D9"/>
    <a:srgbClr val="F2F2F2"/>
    <a:srgbClr val="E9DFF5"/>
    <a:srgbClr val="FF7043"/>
    <a:srgbClr val="FFF2CC"/>
    <a:srgbClr val="FFE699"/>
    <a:srgbClr val="FF0000"/>
    <a:srgbClr val="0078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882"/>
    <p:restoredTop sz="88270"/>
  </p:normalViewPr>
  <p:slideViewPr>
    <p:cSldViewPr snapToGrid="0" snapToObjects="1">
      <p:cViewPr varScale="1">
        <p:scale>
          <a:sx n="97" d="100"/>
          <a:sy n="97" d="100"/>
        </p:scale>
        <p:origin x="137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FI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F1ED7E-5429-B44A-8480-B6EB9F26DCDD}" type="datetimeFigureOut">
              <a:rPr lang="en-FI" smtClean="0"/>
              <a:t>22/12/2021</a:t>
            </a:fld>
            <a:endParaRPr lang="en-FI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FI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2958C5-A2C3-BD40-9297-04F240B9A32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72723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20250-8A09-BF4E-A712-349895F1D0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5B4D7C-3ABA-0C4F-B6C2-B71C2B9B90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C1E361-5C97-A449-996A-42467E5BE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9D777-FB74-474A-AF3A-1EE2AEDD797D}" type="datetimeFigureOut">
              <a:rPr lang="en-FI" smtClean="0"/>
              <a:t>22/12/2021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67401C-B3BB-E147-A23D-75EA3B337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5B8F95-6C35-0644-A6A6-1D08EF3AE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9FF37-3544-764B-AD48-E2EBE2AB4047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70606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F7587-267B-A549-9320-B5FBBD47A7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2B6243-D190-054D-B2A8-A6F986E75F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6BC9CD-F1EE-434E-B87E-83A77C7E37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9D777-FB74-474A-AF3A-1EE2AEDD797D}" type="datetimeFigureOut">
              <a:rPr lang="en-FI" smtClean="0"/>
              <a:t>22/12/2021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BBF7B5-4701-0E46-8AF1-1E3AAA730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BB0679-8734-234B-A929-A735F27BC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9FF37-3544-764B-AD48-E2EBE2AB4047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792506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C1BD9-2952-8740-9788-62AEB451D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FD2990-78AF-994E-B4B8-C227837CFB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18A444-94F2-5D46-99C3-C3A6DE9BD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9D777-FB74-474A-AF3A-1EE2AEDD797D}" type="datetimeFigureOut">
              <a:rPr lang="en-FI" smtClean="0"/>
              <a:t>22/12/2021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286F9-BE37-D84A-8937-FAD1B6983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5C3F51-BE78-F94E-9788-6172637AE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9FF37-3544-764B-AD48-E2EBE2AB4047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858444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EEBF5-07CC-BE49-BB94-9080CF9EB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BAB66-FB47-6C44-B6D4-168F4C0D11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A99C73-47FA-E347-80C9-2A276A19CC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558DA0-DF40-CB4E-9670-48FF9B38A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9D777-FB74-474A-AF3A-1EE2AEDD797D}" type="datetimeFigureOut">
              <a:rPr lang="en-FI" smtClean="0"/>
              <a:t>22/12/2021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650853-5942-2748-BB79-1D2CA6C1F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8EF93B-EBAE-5646-A7B8-193489BEA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9FF37-3544-764B-AD48-E2EBE2AB4047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648558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D14B9-E126-9343-A730-065E14777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66AA80-5464-2743-92C0-BEF8115F25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05AF14-148B-9844-842D-9D9CD61D18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221B20-A14A-F948-94B9-649F095534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1CF0E0-89FF-904A-84DE-75F6CADF03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8758EE-970E-224B-ADB8-7F16642C8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9D777-FB74-474A-AF3A-1EE2AEDD797D}" type="datetimeFigureOut">
              <a:rPr lang="en-FI" smtClean="0"/>
              <a:t>22/12/2021</a:t>
            </a:fld>
            <a:endParaRPr lang="en-FI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8DC861-2765-7F4B-8E05-A2BDFC649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4BFC46-DBCA-1545-B56E-8764A319B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9FF37-3544-764B-AD48-E2EBE2AB4047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8154080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019CA-9B9F-2447-994A-4148904C6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4DC783-8837-D44C-ACCE-3E2A21EB9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9D777-FB74-474A-AF3A-1EE2AEDD797D}" type="datetimeFigureOut">
              <a:rPr lang="en-FI" smtClean="0"/>
              <a:t>22/12/2021</a:t>
            </a:fld>
            <a:endParaRPr lang="en-F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2DFBC9-A024-954B-9A55-6EFFB3752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444ED1-6E6A-A445-984E-DE775FCB6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9FF37-3544-764B-AD48-E2EBE2AB4047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919670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0979C0-CCB0-7246-8623-60D059A01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9D777-FB74-474A-AF3A-1EE2AEDD797D}" type="datetimeFigureOut">
              <a:rPr lang="en-FI" smtClean="0"/>
              <a:t>22/12/2021</a:t>
            </a:fld>
            <a:endParaRPr lang="en-FI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1BECFD-37CF-514C-A8CE-FB97D78B6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1E23B8-856C-144D-B503-CB64D29DA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9FF37-3544-764B-AD48-E2EBE2AB4047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215475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B01BE-152A-1D43-B711-1207989CA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C9DC05-6097-C243-AE1A-9F6A72FB5A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BB6A1B-B169-DD47-AEF7-7C447BCE4E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A52BBC-A171-9649-918E-FE72C2359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9D777-FB74-474A-AF3A-1EE2AEDD797D}" type="datetimeFigureOut">
              <a:rPr lang="en-FI" smtClean="0"/>
              <a:t>22/12/2021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95B198-E547-2348-9310-87EBF68FF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2A3A2C-5F11-6D47-8E63-F432AC96D7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9FF37-3544-764B-AD48-E2EBE2AB4047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7783276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240BB-6B40-1D4A-8ADA-698A1DA26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6927B4-D84B-B242-BD1E-FCF7EC8A93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F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FCACC8-6A62-DC4D-99F9-49C086181D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6B90D7-1571-264B-B76F-F67E7D4FBF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9D777-FB74-474A-AF3A-1EE2AEDD797D}" type="datetimeFigureOut">
              <a:rPr lang="en-FI" smtClean="0"/>
              <a:t>22/12/2021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22179F-A890-FA48-9F4E-98C31D9BF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02C19C-C1D3-EA4A-A5AD-E9D713DFF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9FF37-3544-764B-AD48-E2EBE2AB4047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932218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C5141-291D-AF4A-8E95-DCDB2BD5C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5DE45A-1EFF-2C47-A6FC-14AC917B56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78ADBB-2144-3A4D-8044-390BC9FE2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9D777-FB74-474A-AF3A-1EE2AEDD797D}" type="datetimeFigureOut">
              <a:rPr lang="en-FI" smtClean="0"/>
              <a:t>22/12/2021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72ADD2-9D99-AA4E-8A04-7F03FE214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87BEA-1DCB-5B4F-900A-7F5E545C9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9FF37-3544-764B-AD48-E2EBE2AB4047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996487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C3B42A-601D-4146-B95B-DAA324D52B8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70DEBB-EF03-A142-AE89-B0C8DE4375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749FDB-6E23-9240-8F99-104AD685A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9D777-FB74-474A-AF3A-1EE2AEDD797D}" type="datetimeFigureOut">
              <a:rPr lang="en-FI" smtClean="0"/>
              <a:t>22/12/2021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07CEB-6BBA-B940-BFDB-8A1EB8829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21F2D1-61BD-6149-8404-8DB06A10A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9FF37-3544-764B-AD48-E2EBE2AB4047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586516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C56D7F-C3F5-2F4A-8D8F-E7C16B309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0FD2D3-5EE4-4E4E-AFC8-9FFC5CFCEB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1B5103-1B53-9E4C-9AD1-F34620B5C0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59D777-FB74-474A-AF3A-1EE2AEDD797D}" type="datetimeFigureOut">
              <a:rPr lang="en-FI" smtClean="0"/>
              <a:t>22/12/2021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346809-A374-5C49-AB08-A2DF6DDF6B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1A43FE-A488-5A4A-88D0-3A11334EAA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89FF37-3544-764B-AD48-E2EBE2AB4047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461864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13" Type="http://schemas.openxmlformats.org/officeDocument/2006/relationships/image" Target="../media/image12.jpe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12" Type="http://schemas.openxmlformats.org/officeDocument/2006/relationships/image" Target="../media/image11.jpeg"/><Relationship Id="rId2" Type="http://schemas.openxmlformats.org/officeDocument/2006/relationships/image" Target="../media/image1.jpeg"/><Relationship Id="rId16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11" Type="http://schemas.openxmlformats.org/officeDocument/2006/relationships/image" Target="../media/image10.jpeg"/><Relationship Id="rId5" Type="http://schemas.openxmlformats.org/officeDocument/2006/relationships/image" Target="../media/image4.jpeg"/><Relationship Id="rId15" Type="http://schemas.openxmlformats.org/officeDocument/2006/relationships/image" Target="../media/image14.jpeg"/><Relationship Id="rId10" Type="http://schemas.openxmlformats.org/officeDocument/2006/relationships/image" Target="../media/image9.jpeg"/><Relationship Id="rId4" Type="http://schemas.openxmlformats.org/officeDocument/2006/relationships/image" Target="../media/image3.jpeg"/><Relationship Id="rId9" Type="http://schemas.openxmlformats.org/officeDocument/2006/relationships/image" Target="../media/image8.jpeg"/><Relationship Id="rId14" Type="http://schemas.openxmlformats.org/officeDocument/2006/relationships/image" Target="../media/image1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porcelain&#10;&#10;Description automatically generated">
            <a:extLst>
              <a:ext uri="{FF2B5EF4-FFF2-40B4-BE49-F238E27FC236}">
                <a16:creationId xmlns:a16="http://schemas.microsoft.com/office/drawing/2014/main" id="{FB6812F7-E11B-6F4B-B1D6-4EDDFFA805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67" y="902335"/>
            <a:ext cx="1080000" cy="1080000"/>
          </a:xfrm>
          <a:prstGeom prst="rect">
            <a:avLst/>
          </a:prstGeom>
        </p:spPr>
      </p:pic>
      <p:pic>
        <p:nvPicPr>
          <p:cNvPr id="8" name="Picture 7" descr="A picture containing indoor, close&#10;&#10;Description automatically generated">
            <a:extLst>
              <a:ext uri="{FF2B5EF4-FFF2-40B4-BE49-F238E27FC236}">
                <a16:creationId xmlns:a16="http://schemas.microsoft.com/office/drawing/2014/main" id="{88BAF1AA-14A1-8D4F-8401-676A10E225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810" y="902335"/>
            <a:ext cx="1080000" cy="1080000"/>
          </a:xfrm>
          <a:prstGeom prst="rect">
            <a:avLst/>
          </a:prstGeom>
        </p:spPr>
      </p:pic>
      <p:pic>
        <p:nvPicPr>
          <p:cNvPr id="12" name="Picture 11" descr="A picture containing indoor&#10;&#10;Description automatically generated">
            <a:extLst>
              <a:ext uri="{FF2B5EF4-FFF2-40B4-BE49-F238E27FC236}">
                <a16:creationId xmlns:a16="http://schemas.microsoft.com/office/drawing/2014/main" id="{36948160-3BA7-C24A-A3EE-1076AE1142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5153" y="902335"/>
            <a:ext cx="1080000" cy="1080000"/>
          </a:xfrm>
          <a:prstGeom prst="rect">
            <a:avLst/>
          </a:prstGeom>
        </p:spPr>
      </p:pic>
      <p:pic>
        <p:nvPicPr>
          <p:cNvPr id="14" name="Picture 13" descr="A picture containing indoor&#10;&#10;Description automatically generated">
            <a:extLst>
              <a:ext uri="{FF2B5EF4-FFF2-40B4-BE49-F238E27FC236}">
                <a16:creationId xmlns:a16="http://schemas.microsoft.com/office/drawing/2014/main" id="{0315B6B5-6F23-4649-8F11-5C4506E06F7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59839" y="902335"/>
            <a:ext cx="1080000" cy="1080000"/>
          </a:xfrm>
          <a:prstGeom prst="rect">
            <a:avLst/>
          </a:prstGeom>
        </p:spPr>
      </p:pic>
      <p:pic>
        <p:nvPicPr>
          <p:cNvPr id="16" name="Picture 15" descr="A picture containing mold, yeast&#10;&#10;Description automatically generated">
            <a:extLst>
              <a:ext uri="{FF2B5EF4-FFF2-40B4-BE49-F238E27FC236}">
                <a16:creationId xmlns:a16="http://schemas.microsoft.com/office/drawing/2014/main" id="{9CFD97DF-58E9-C54F-9D62-D9F984EFCA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4525" y="902335"/>
            <a:ext cx="1080000" cy="1080000"/>
          </a:xfrm>
          <a:prstGeom prst="rect">
            <a:avLst/>
          </a:prstGeom>
        </p:spPr>
      </p:pic>
      <p:pic>
        <p:nvPicPr>
          <p:cNvPr id="18" name="Picture 17" descr="A picture containing indoor, purple&#10;&#10;Description automatically generated">
            <a:extLst>
              <a:ext uri="{FF2B5EF4-FFF2-40B4-BE49-F238E27FC236}">
                <a16:creationId xmlns:a16="http://schemas.microsoft.com/office/drawing/2014/main" id="{B7C828E9-4E69-614C-86DF-D6C37E3E881A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24573" y="2837148"/>
            <a:ext cx="2092698" cy="19080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BBF256A2-BE20-5A4B-BE83-16659EE19D2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65280" y="2711148"/>
            <a:ext cx="1080000" cy="10800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E6DDC964-575A-A044-9E4D-957DEA724E6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71554" y="902335"/>
            <a:ext cx="1080000" cy="1080000"/>
          </a:xfrm>
          <a:prstGeom prst="rect">
            <a:avLst/>
          </a:prstGeom>
        </p:spPr>
      </p:pic>
      <p:pic>
        <p:nvPicPr>
          <p:cNvPr id="32" name="Picture 31" descr="A picture containing purple&#10;&#10;Description automatically generated">
            <a:extLst>
              <a:ext uri="{FF2B5EF4-FFF2-40B4-BE49-F238E27FC236}">
                <a16:creationId xmlns:a16="http://schemas.microsoft.com/office/drawing/2014/main" id="{C3E1D835-F0DA-8E48-B446-DE1A7BBE580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853897" y="902335"/>
            <a:ext cx="1080000" cy="1080000"/>
          </a:xfrm>
          <a:prstGeom prst="rect">
            <a:avLst/>
          </a:prstGeom>
        </p:spPr>
      </p:pic>
      <p:pic>
        <p:nvPicPr>
          <p:cNvPr id="35" name="Picture 34" descr="A picture containing porcelain&#10;&#10;Description automatically generated">
            <a:extLst>
              <a:ext uri="{FF2B5EF4-FFF2-40B4-BE49-F238E27FC236}">
                <a16:creationId xmlns:a16="http://schemas.microsoft.com/office/drawing/2014/main" id="{CB09C884-E089-934A-B3A7-FAF8A1E0E09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42182" y="902335"/>
            <a:ext cx="1080000" cy="1080000"/>
          </a:xfrm>
          <a:prstGeom prst="rect">
            <a:avLst/>
          </a:prstGeom>
        </p:spPr>
      </p:pic>
      <p:pic>
        <p:nvPicPr>
          <p:cNvPr id="38" name="Picture 37" descr="A close-up of a person's foot&#10;&#10;Description automatically generated with low confidence">
            <a:extLst>
              <a:ext uri="{FF2B5EF4-FFF2-40B4-BE49-F238E27FC236}">
                <a16:creationId xmlns:a16="http://schemas.microsoft.com/office/drawing/2014/main" id="{7B0D9462-0B64-3240-B752-CF6C69E2BC9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689211" y="902335"/>
            <a:ext cx="1080000" cy="1080000"/>
          </a:xfrm>
          <a:prstGeom prst="rect">
            <a:avLst/>
          </a:prstGeom>
        </p:spPr>
      </p:pic>
      <p:pic>
        <p:nvPicPr>
          <p:cNvPr id="41" name="Picture 40" descr="A picture containing purple&#10;&#10;Description automatically generated">
            <a:extLst>
              <a:ext uri="{FF2B5EF4-FFF2-40B4-BE49-F238E27FC236}">
                <a16:creationId xmlns:a16="http://schemas.microsoft.com/office/drawing/2014/main" id="{E74B703E-C1AB-834D-81EF-D54CF107BACE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125533" y="4781134"/>
            <a:ext cx="1080000" cy="1080000"/>
          </a:xfrm>
          <a:prstGeom prst="rect">
            <a:avLst/>
          </a:prstGeom>
        </p:spPr>
      </p:pic>
      <p:pic>
        <p:nvPicPr>
          <p:cNvPr id="44" name="Picture 43" descr="A picture containing fungus, mold, yeast&#10;&#10;Description automatically generated">
            <a:extLst>
              <a:ext uri="{FF2B5EF4-FFF2-40B4-BE49-F238E27FC236}">
                <a16:creationId xmlns:a16="http://schemas.microsoft.com/office/drawing/2014/main" id="{53180955-9D74-8A4F-B99A-530937C8D12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06868" y="902335"/>
            <a:ext cx="1080000" cy="1080000"/>
          </a:xfrm>
          <a:prstGeom prst="rect">
            <a:avLst/>
          </a:prstGeom>
        </p:spPr>
      </p:pic>
      <p:pic>
        <p:nvPicPr>
          <p:cNvPr id="47" name="Picture 46" descr="A close-up of a rock&#10;&#10;Description automatically generated with low confidence">
            <a:extLst>
              <a:ext uri="{FF2B5EF4-FFF2-40B4-BE49-F238E27FC236}">
                <a16:creationId xmlns:a16="http://schemas.microsoft.com/office/drawing/2014/main" id="{7C99B3D9-2801-CE40-A83C-EE18D198976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350467" y="2889000"/>
            <a:ext cx="1080000" cy="1080000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BC2EEDD7-6898-3441-A1A5-22BE2DEC3B99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277496" y="902335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4684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6704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Vision for the Analysis of BM Morphology</dc:title>
  <dc:creator>Brück, Oscar E M</dc:creator>
  <cp:lastModifiedBy>Brück, Oscar E M</cp:lastModifiedBy>
  <cp:revision>120</cp:revision>
  <dcterms:created xsi:type="dcterms:W3CDTF">2021-01-19T08:18:19Z</dcterms:created>
  <dcterms:modified xsi:type="dcterms:W3CDTF">2021-12-22T14:14:08Z</dcterms:modified>
</cp:coreProperties>
</file>