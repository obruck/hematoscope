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94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A9B8"/>
    <a:srgbClr val="000000"/>
    <a:srgbClr val="D9D9D9"/>
    <a:srgbClr val="F2F2F2"/>
    <a:srgbClr val="E9DFF5"/>
    <a:srgbClr val="FF7043"/>
    <a:srgbClr val="FFF2CC"/>
    <a:srgbClr val="FFE699"/>
    <a:srgbClr val="FF0000"/>
    <a:srgbClr val="007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82"/>
    <p:restoredTop sz="88281"/>
  </p:normalViewPr>
  <p:slideViewPr>
    <p:cSldViewPr snapToGrid="0" snapToObjects="1">
      <p:cViewPr varScale="1">
        <p:scale>
          <a:sx n="97" d="100"/>
          <a:sy n="97" d="100"/>
        </p:scale>
        <p:origin x="1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1ED7E-5429-B44A-8480-B6EB9F26DCD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958C5-A2C3-BD40-9297-04F240B9A32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2723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0250-8A09-BF4E-A712-349895F1D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B4D7C-3ABA-0C4F-B6C2-B71C2B9B9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E361-5C97-A449-996A-42467E5B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7401C-B3BB-E147-A23D-75EA3B33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B8F95-6C35-0644-A6A6-1D08EF3A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060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7587-267B-A549-9320-B5FBBD47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B6243-D190-054D-B2A8-A6F986E75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BC9CD-F1EE-434E-B87E-83A77C7E3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BF7B5-4701-0E46-8AF1-1E3AAA73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B0679-8734-234B-A929-A735F27BC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9250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1BD9-2952-8740-9788-62AEB451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D2990-78AF-994E-B4B8-C227837CF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8A444-94F2-5D46-99C3-C3A6DE9BD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286F9-BE37-D84A-8937-FAD1B6983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C3F51-BE78-F94E-9788-6172637A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58444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EEBF5-07CC-BE49-BB94-9080CF9E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AB66-FB47-6C44-B6D4-168F4C0D1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C73-47FA-E347-80C9-2A276A19C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58DA0-DF40-CB4E-9670-48FF9B38A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50853-5942-2748-BB79-1D2CA6C1F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EF93B-EBAE-5646-A7B8-193489BE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48558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D14B9-E126-9343-A730-065E14777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6AA80-5464-2743-92C0-BEF8115F2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5AF14-148B-9844-842D-9D9CD61D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21B20-A14A-F948-94B9-649F09553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CF0E0-89FF-904A-84DE-75F6CADF0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758EE-970E-224B-ADB8-7F16642C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C861-2765-7F4B-8E05-A2BDFC64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4BFC46-DBCA-1545-B56E-8764A319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1540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19CA-9B9F-2447-994A-4148904C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4DC783-8837-D44C-ACCE-3E2A21EB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DFBC9-A024-954B-9A55-6EFFB375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44ED1-6E6A-A445-984E-DE775FCB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1967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0979C0-CCB0-7246-8623-60D059A01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BECFD-37CF-514C-A8CE-FB97D78B6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E23B8-856C-144D-B503-CB64D29D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1547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B01BE-152A-1D43-B711-1207989C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9DC05-6097-C243-AE1A-9F6A72FB5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B6A1B-B169-DD47-AEF7-7C447BCE4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52BBC-A171-9649-918E-FE72C2359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5B198-E547-2348-9310-87EBF68FF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A3A2C-5F11-6D47-8E63-F432AC96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78327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40BB-6B40-1D4A-8ADA-698A1DA26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927B4-D84B-B242-BD1E-FCF7EC8A9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CACC8-6A62-DC4D-99F9-49C086181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B90D7-1571-264B-B76F-F67E7D4F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2179F-A890-FA48-9F4E-98C31D9BF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2C19C-C1D3-EA4A-A5AD-E9D713DF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32218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5141-291D-AF4A-8E95-DCDB2BD5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5DE45A-1EFF-2C47-A6FC-14AC917B5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ADBB-2144-3A4D-8044-390BC9FE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2ADD2-9D99-AA4E-8A04-7F03FE214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87BEA-1DCB-5B4F-900A-7F5E545C9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96487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3B42A-601D-4146-B95B-DAA324D52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0DEBB-EF03-A142-AE89-B0C8DE437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49FDB-6E23-9240-8F99-104AD685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07CEB-6BBA-B940-BFDB-8A1EB882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1F2D1-61BD-6149-8404-8DB06A10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8651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C56D7F-C3F5-2F4A-8D8F-E7C16B309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FD2D3-5EE4-4E4E-AFC8-9FFC5CFCE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B5103-1B53-9E4C-9AD1-F34620B5C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9D777-FB74-474A-AF3A-1EE2AEDD797D}" type="datetimeFigureOut">
              <a:rPr lang="en-FI" smtClean="0"/>
              <a:t>26/11/2021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46809-A374-5C49-AB08-A2DF6DDF6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A43FE-A488-5A4A-88D0-3A11334EA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6186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loud 32">
            <a:extLst>
              <a:ext uri="{FF2B5EF4-FFF2-40B4-BE49-F238E27FC236}">
                <a16:creationId xmlns:a16="http://schemas.microsoft.com/office/drawing/2014/main" id="{C76C6A4E-5481-454C-AD73-7E64A3C54CE7}"/>
              </a:ext>
            </a:extLst>
          </p:cNvPr>
          <p:cNvSpPr/>
          <p:nvPr/>
        </p:nvSpPr>
        <p:spPr>
          <a:xfrm>
            <a:off x="3515475" y="1523460"/>
            <a:ext cx="4486696" cy="261635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E0F10FA-F3C5-804B-A20B-4F8D67DA9E07}"/>
              </a:ext>
            </a:extLst>
          </p:cNvPr>
          <p:cNvGrpSpPr/>
          <p:nvPr/>
        </p:nvGrpSpPr>
        <p:grpSpPr>
          <a:xfrm>
            <a:off x="4253828" y="2363925"/>
            <a:ext cx="957394" cy="935426"/>
            <a:chOff x="7461485" y="2850214"/>
            <a:chExt cx="957394" cy="935426"/>
          </a:xfrm>
        </p:grpSpPr>
        <p:sp>
          <p:nvSpPr>
            <p:cNvPr id="39" name="Can 38">
              <a:extLst>
                <a:ext uri="{FF2B5EF4-FFF2-40B4-BE49-F238E27FC236}">
                  <a16:creationId xmlns:a16="http://schemas.microsoft.com/office/drawing/2014/main" id="{FE7E7FD9-1425-F946-A51E-DE6A93BF6881}"/>
                </a:ext>
              </a:extLst>
            </p:cNvPr>
            <p:cNvSpPr/>
            <p:nvPr/>
          </p:nvSpPr>
          <p:spPr>
            <a:xfrm>
              <a:off x="7461485" y="3437910"/>
              <a:ext cx="957394" cy="347730"/>
            </a:xfrm>
            <a:prstGeom prst="can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  <p:sp>
          <p:nvSpPr>
            <p:cNvPr id="40" name="Can 39">
              <a:extLst>
                <a:ext uri="{FF2B5EF4-FFF2-40B4-BE49-F238E27FC236}">
                  <a16:creationId xmlns:a16="http://schemas.microsoft.com/office/drawing/2014/main" id="{00F837E6-E169-8446-B88D-33D7D29AEA54}"/>
                </a:ext>
              </a:extLst>
            </p:cNvPr>
            <p:cNvSpPr/>
            <p:nvPr/>
          </p:nvSpPr>
          <p:spPr>
            <a:xfrm>
              <a:off x="7461485" y="3139990"/>
              <a:ext cx="957394" cy="347730"/>
            </a:xfrm>
            <a:prstGeom prst="can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  <p:sp>
          <p:nvSpPr>
            <p:cNvPr id="41" name="Can 40">
              <a:extLst>
                <a:ext uri="{FF2B5EF4-FFF2-40B4-BE49-F238E27FC236}">
                  <a16:creationId xmlns:a16="http://schemas.microsoft.com/office/drawing/2014/main" id="{62A1E309-5AFC-D349-9E94-0DF32FDE29F5}"/>
                </a:ext>
              </a:extLst>
            </p:cNvPr>
            <p:cNvSpPr/>
            <p:nvPr/>
          </p:nvSpPr>
          <p:spPr>
            <a:xfrm>
              <a:off x="7461485" y="2850214"/>
              <a:ext cx="957394" cy="347730"/>
            </a:xfrm>
            <a:prstGeom prst="can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</p:grpSp>
      <p:pic>
        <p:nvPicPr>
          <p:cNvPr id="42" name="Picture 4" descr="microscope drawing - Google Search | Microscopic, Peace gesture, Drawings">
            <a:extLst>
              <a:ext uri="{FF2B5EF4-FFF2-40B4-BE49-F238E27FC236}">
                <a16:creationId xmlns:a16="http://schemas.microsoft.com/office/drawing/2014/main" id="{8632CEBD-3FBB-754A-84F4-919F7EA167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0586" t="3344" r="21128" b="6419"/>
          <a:stretch/>
        </p:blipFill>
        <p:spPr bwMode="auto">
          <a:xfrm>
            <a:off x="250970" y="1931638"/>
            <a:ext cx="1054286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6" descr="Blank computer monitor icon simple style Vector Image">
            <a:extLst>
              <a:ext uri="{FF2B5EF4-FFF2-40B4-BE49-F238E27FC236}">
                <a16:creationId xmlns:a16="http://schemas.microsoft.com/office/drawing/2014/main" id="{E1934291-65E6-5B4A-80C6-E05894628D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9630" b="72315" l="19800" r="78900">
                        <a14:foregroundMark x1="19900" y1="50370" x2="19900" y2="50370"/>
                        <a14:foregroundMark x1="20100" y1="50185" x2="20100" y2="50185"/>
                        <a14:foregroundMark x1="20500" y1="46759" x2="20500" y2="46759"/>
                        <a14:foregroundMark x1="21500" y1="46574" x2="21500" y2="46574"/>
                        <a14:foregroundMark x1="21500" y1="46574" x2="21500" y2="46574"/>
                        <a14:foregroundMark x1="21500" y1="46574" x2="21500" y2="46574"/>
                        <a14:foregroundMark x1="21500" y1="47130" x2="21500" y2="47130"/>
                        <a14:foregroundMark x1="21500" y1="48611" x2="21300" y2="53889"/>
                        <a14:foregroundMark x1="21300" y1="53704" x2="21300" y2="53704"/>
                        <a14:foregroundMark x1="21300" y1="53704" x2="21300" y2="53704"/>
                        <a14:foregroundMark x1="21300" y1="53704" x2="21900" y2="25370"/>
                        <a14:foregroundMark x1="48700" y1="61759" x2="49500" y2="62500"/>
                        <a14:foregroundMark x1="54600" y1="58056" x2="22800" y2="56759"/>
                        <a14:foregroundMark x1="77300" y1="55926" x2="79100" y2="24537"/>
                        <a14:foregroundMark x1="79100" y1="24537" x2="71900" y2="20278"/>
                        <a14:foregroundMark x1="71900" y1="20278" x2="45500" y2="20278"/>
                        <a14:foregroundMark x1="20500" y1="24815" x2="26900" y2="20370"/>
                        <a14:foregroundMark x1="26900" y1="20370" x2="36300" y2="19722"/>
                        <a14:foregroundMark x1="36300" y1="19722" x2="44000" y2="20648"/>
                        <a14:foregroundMark x1="44000" y1="20648" x2="48500" y2="20278"/>
                        <a14:foregroundMark x1="33300" y1="72500" x2="52608" y2="70451"/>
                        <a14:foregroundMark x1="61000" y1="70278" x2="65800" y2="71204"/>
                        <a14:foregroundMark x1="78500" y1="56944" x2="78900" y2="20463"/>
                        <a14:foregroundMark x1="66000" y1="57315" x2="53800" y2="57500"/>
                        <a14:foregroundMark x1="71200" y1="58611" x2="73700" y2="56296"/>
                        <a14:foregroundMark x1="62500" y1="72130" x2="52200" y2="72315"/>
                        <a14:foregroundMark x1="50500" y1="71204" x2="58300" y2="71389"/>
                        <a14:foregroundMark x1="58300" y1="71389" x2="62500" y2="70833"/>
                        <a14:foregroundMark x1="62500" y1="70648" x2="52200" y2="70463"/>
                        <a14:foregroundMark x1="63500" y1="71389" x2="61300" y2="706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8328" t="18052" r="17147" b="25258"/>
          <a:stretch/>
        </p:blipFill>
        <p:spPr bwMode="auto">
          <a:xfrm>
            <a:off x="10423430" y="2111638"/>
            <a:ext cx="15176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89046DC2-8BBB-494F-9EAD-E8C78BDCF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217389"/>
              </p:ext>
            </p:extLst>
          </p:nvPr>
        </p:nvGraphicFramePr>
        <p:xfrm>
          <a:off x="5427474" y="2277238"/>
          <a:ext cx="1789765" cy="110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953">
                  <a:extLst>
                    <a:ext uri="{9D8B030D-6E8A-4147-A177-3AD203B41FA5}">
                      <a16:colId xmlns:a16="http://schemas.microsoft.com/office/drawing/2014/main" val="4080181691"/>
                    </a:ext>
                  </a:extLst>
                </a:gridCol>
                <a:gridCol w="357953">
                  <a:extLst>
                    <a:ext uri="{9D8B030D-6E8A-4147-A177-3AD203B41FA5}">
                      <a16:colId xmlns:a16="http://schemas.microsoft.com/office/drawing/2014/main" val="592516717"/>
                    </a:ext>
                  </a:extLst>
                </a:gridCol>
                <a:gridCol w="357953">
                  <a:extLst>
                    <a:ext uri="{9D8B030D-6E8A-4147-A177-3AD203B41FA5}">
                      <a16:colId xmlns:a16="http://schemas.microsoft.com/office/drawing/2014/main" val="4220360545"/>
                    </a:ext>
                  </a:extLst>
                </a:gridCol>
                <a:gridCol w="357953">
                  <a:extLst>
                    <a:ext uri="{9D8B030D-6E8A-4147-A177-3AD203B41FA5}">
                      <a16:colId xmlns:a16="http://schemas.microsoft.com/office/drawing/2014/main" val="1049773118"/>
                    </a:ext>
                  </a:extLst>
                </a:gridCol>
                <a:gridCol w="357953">
                  <a:extLst>
                    <a:ext uri="{9D8B030D-6E8A-4147-A177-3AD203B41FA5}">
                      <a16:colId xmlns:a16="http://schemas.microsoft.com/office/drawing/2014/main" val="1287845359"/>
                    </a:ext>
                  </a:extLst>
                </a:gridCol>
              </a:tblGrid>
              <a:tr h="221760"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150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167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181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169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130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817420"/>
                  </a:ext>
                </a:extLst>
              </a:tr>
              <a:tr h="221760"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152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155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189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177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105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889264"/>
                  </a:ext>
                </a:extLst>
              </a:tr>
              <a:tr h="221760"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199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196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143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84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98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479288"/>
                  </a:ext>
                </a:extLst>
              </a:tr>
              <a:tr h="221760"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224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201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98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87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081650"/>
                  </a:ext>
                </a:extLst>
              </a:tr>
              <a:tr h="221760"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249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94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FI" sz="1100" b="0" dirty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 marL="54029" marR="54029" marT="27015" marB="270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792935"/>
                  </a:ext>
                </a:extLst>
              </a:tr>
            </a:tbl>
          </a:graphicData>
        </a:graphic>
      </p:graphicFrame>
      <p:pic>
        <p:nvPicPr>
          <p:cNvPr id="53" name="Picture 52">
            <a:extLst>
              <a:ext uri="{FF2B5EF4-FFF2-40B4-BE49-F238E27FC236}">
                <a16:creationId xmlns:a16="http://schemas.microsoft.com/office/drawing/2014/main" id="{03B1809D-ED5C-CA42-83AE-DF10F352ED9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47905" y="2111638"/>
            <a:ext cx="1492364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4" name="Triangle 53">
            <a:extLst>
              <a:ext uri="{FF2B5EF4-FFF2-40B4-BE49-F238E27FC236}">
                <a16:creationId xmlns:a16="http://schemas.microsoft.com/office/drawing/2014/main" id="{E7605F55-5BAF-D549-8203-3CDEE850405F}"/>
              </a:ext>
            </a:extLst>
          </p:cNvPr>
          <p:cNvSpPr>
            <a:spLocks/>
          </p:cNvSpPr>
          <p:nvPr/>
        </p:nvSpPr>
        <p:spPr>
          <a:xfrm rot="5400000">
            <a:off x="3068235" y="2651638"/>
            <a:ext cx="360000" cy="3600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5" name="Triangle 54">
            <a:extLst>
              <a:ext uri="{FF2B5EF4-FFF2-40B4-BE49-F238E27FC236}">
                <a16:creationId xmlns:a16="http://schemas.microsoft.com/office/drawing/2014/main" id="{D55FC00A-9EFF-9849-9BC0-5D3830E47632}"/>
              </a:ext>
            </a:extLst>
          </p:cNvPr>
          <p:cNvSpPr>
            <a:spLocks/>
          </p:cNvSpPr>
          <p:nvPr/>
        </p:nvSpPr>
        <p:spPr>
          <a:xfrm rot="5400000">
            <a:off x="8113783" y="2651638"/>
            <a:ext cx="360000" cy="3600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6" name="Trapezium 55">
            <a:extLst>
              <a:ext uri="{FF2B5EF4-FFF2-40B4-BE49-F238E27FC236}">
                <a16:creationId xmlns:a16="http://schemas.microsoft.com/office/drawing/2014/main" id="{FEB0A02D-0837-FE42-A115-77AC87E551C1}"/>
              </a:ext>
            </a:extLst>
          </p:cNvPr>
          <p:cNvSpPr/>
          <p:nvPr/>
        </p:nvSpPr>
        <p:spPr>
          <a:xfrm rot="5400000">
            <a:off x="8601142" y="2274255"/>
            <a:ext cx="1152395" cy="1114766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dirty="0"/>
          </a:p>
        </p:txBody>
      </p:sp>
      <p:sp>
        <p:nvSpPr>
          <p:cNvPr id="58" name="Triangle 57">
            <a:extLst>
              <a:ext uri="{FF2B5EF4-FFF2-40B4-BE49-F238E27FC236}">
                <a16:creationId xmlns:a16="http://schemas.microsoft.com/office/drawing/2014/main" id="{E6F49BC6-C2CA-0641-AA41-BC8410579791}"/>
              </a:ext>
            </a:extLst>
          </p:cNvPr>
          <p:cNvSpPr>
            <a:spLocks/>
          </p:cNvSpPr>
          <p:nvPr/>
        </p:nvSpPr>
        <p:spPr>
          <a:xfrm rot="5400000">
            <a:off x="9913654" y="2651638"/>
            <a:ext cx="360000" cy="3600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A3AFC28-6603-4841-B716-DB432BA6F3FA}"/>
              </a:ext>
            </a:extLst>
          </p:cNvPr>
          <p:cNvSpPr txBox="1"/>
          <p:nvPr/>
        </p:nvSpPr>
        <p:spPr>
          <a:xfrm>
            <a:off x="8652714" y="2508473"/>
            <a:ext cx="1151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>
                <a:solidFill>
                  <a:schemeClr val="bg1"/>
                </a:solidFill>
              </a:rPr>
              <a:t>DEEP</a:t>
            </a:r>
          </a:p>
          <a:p>
            <a:r>
              <a:rPr lang="en-FI" dirty="0">
                <a:solidFill>
                  <a:schemeClr val="bg1"/>
                </a:solidFill>
              </a:rPr>
              <a:t>LEARNING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6DD0E4-0542-C744-B2B4-026C97E5D2F6}"/>
              </a:ext>
            </a:extLst>
          </p:cNvPr>
          <p:cNvSpPr txBox="1"/>
          <p:nvPr/>
        </p:nvSpPr>
        <p:spPr>
          <a:xfrm>
            <a:off x="10649751" y="2331933"/>
            <a:ext cx="1024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I" dirty="0"/>
              <a:t>CLINICAL</a:t>
            </a:r>
            <a:br>
              <a:rPr lang="en-FI" dirty="0"/>
            </a:br>
            <a:r>
              <a:rPr lang="en-FI" dirty="0"/>
              <a:t>REPORT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101C6E-4BF1-DA46-8442-68AF1918B352}"/>
              </a:ext>
            </a:extLst>
          </p:cNvPr>
          <p:cNvSpPr txBox="1"/>
          <p:nvPr/>
        </p:nvSpPr>
        <p:spPr>
          <a:xfrm>
            <a:off x="3802722" y="988477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AIM 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13398E-AA62-BA45-9360-C58CE4AEFA65}"/>
              </a:ext>
            </a:extLst>
          </p:cNvPr>
          <p:cNvSpPr txBox="1"/>
          <p:nvPr/>
        </p:nvSpPr>
        <p:spPr>
          <a:xfrm>
            <a:off x="8757262" y="988477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AIM II-V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AF942F-5A87-5D4A-982F-4CA9F875E193}"/>
              </a:ext>
            </a:extLst>
          </p:cNvPr>
          <p:cNvSpPr txBox="1"/>
          <p:nvPr/>
        </p:nvSpPr>
        <p:spPr>
          <a:xfrm>
            <a:off x="10754748" y="988477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AIM VI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C32388-C36B-C54F-922B-0D754556BFE4}"/>
              </a:ext>
            </a:extLst>
          </p:cNvPr>
          <p:cNvCxnSpPr/>
          <p:nvPr/>
        </p:nvCxnSpPr>
        <p:spPr>
          <a:xfrm>
            <a:off x="364322" y="1413048"/>
            <a:ext cx="7560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25B0624-2E90-2846-AB2C-7BCF315D31DD}"/>
              </a:ext>
            </a:extLst>
          </p:cNvPr>
          <p:cNvCxnSpPr/>
          <p:nvPr/>
        </p:nvCxnSpPr>
        <p:spPr>
          <a:xfrm>
            <a:off x="8508705" y="1413048"/>
            <a:ext cx="1440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9CAB231-9D99-3846-98B1-0193E4EB24D0}"/>
              </a:ext>
            </a:extLst>
          </p:cNvPr>
          <p:cNvCxnSpPr/>
          <p:nvPr/>
        </p:nvCxnSpPr>
        <p:spPr>
          <a:xfrm>
            <a:off x="10442071" y="1413048"/>
            <a:ext cx="1440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804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6647</TotalTime>
  <Words>36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for the Analysis of BM Morphology</dc:title>
  <dc:creator>Brück, Oscar E M</dc:creator>
  <cp:lastModifiedBy>Brück, Oscar E M</cp:lastModifiedBy>
  <cp:revision>120</cp:revision>
  <dcterms:created xsi:type="dcterms:W3CDTF">2021-01-19T08:18:19Z</dcterms:created>
  <dcterms:modified xsi:type="dcterms:W3CDTF">2021-11-26T06:26:38Z</dcterms:modified>
</cp:coreProperties>
</file>