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1"/>
  </p:normalViewPr>
  <p:slideViewPr>
    <p:cSldViewPr snapToGrid="0" snapToObjects="1">
      <p:cViewPr varScale="1">
        <p:scale>
          <a:sx n="105" d="100"/>
          <a:sy n="105" d="100"/>
        </p:scale>
        <p:origin x="8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5EF1C-10E5-D14B-8515-322AAF56F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37695B-9E92-9340-95A0-9A86FB3A92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82144D-4E61-124E-AC97-3E288E53A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7B2A03-E031-6A42-90FA-2429DF72C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144F4-B515-3C45-986D-F9999BEB6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953073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957A2-9D6A-9145-AC76-1F46A91C7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7D14D5-FD65-314D-A73D-A76CBBB5F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69453-50B6-0945-BB2F-3E590DF88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92710-6617-2046-BDED-3F47063E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F414D1-CA46-0247-B7CB-F52C2D2F2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7193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DBE3A-5A3A-564F-96A2-BD1AF7119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8E26D0-DA28-E04D-936E-0E683660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2035B-195C-B74C-AD9E-81D4F4BA0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48C490-CE7F-C743-8988-849FD2E5E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BB7400-4DFE-D047-9456-FD838734D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92159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9F59A2-62F1-3940-A075-8DB09D918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636CB-69E4-FE46-98A8-0FFFCDB06A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09560-5795-9E4B-8328-30A39B20DE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B85931-6F52-DD41-B10E-F9EB4160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71943C-BE8A-5449-B393-20B401CC62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E78A9B-9423-094B-8532-1F1DB6B9A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8703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30BC7-9573-2D4B-B00A-E5F11BDAF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830B76-96DD-EA42-8F22-8930364F11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36DEF-F4F3-8A4E-ABB9-5F8A5EB30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E9A2C6-0543-FD4B-B59C-78AB4AFF77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61ECB-CCFD-3842-8408-EE24BC47B8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DE9CFB-1713-7C45-A37D-771977EA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AF5598-8167-C444-907C-777529CFA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2B16AA-C7CB-9342-B4D9-31AA39CF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82994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E0DEF-F027-6648-BF2B-274F1230D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B9017D-EC72-6C41-81A5-E95061956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F0E587-2EFE-4D4C-987A-2562E0D27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2D11A-0819-F847-BC0A-945BD3B52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51014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D50964-A925-0240-9A10-5D78F380A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C95EF1-A291-4A46-82AB-4972795DF0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AEA653-6782-5F44-BBC3-DC3D755AB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828946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7DFBC-25F6-7648-B85E-1BFC5AB35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8CEDE-8ACB-4945-9709-5A9B5D9D3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016D7A-5911-2F47-B558-6E66C1492E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71FFC-1466-6042-8D89-7E1EADB61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E35774-0E1F-0541-85DE-542A18B62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EFE372-F510-D644-9377-C986AD0E8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00812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145CF-7D27-504B-AA70-4D18EAF4F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74816C-D5CD-9640-9B01-91CF57D4BD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3960A1-DE67-5847-B5D9-863F251F6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0BC69C-DFF0-7941-B244-B83E0F5C65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427DA8-001E-014A-81B7-9EDB1BA9D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E0F47-E521-064C-BB95-0595D5D66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495931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0B67C-72B4-834C-825F-65274B546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5BF09B6-555B-AA4D-A421-9E64860B3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21CF6-BB28-B042-BEBE-A3E3D0309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5B3587-CA78-0B4D-83D3-EFB2F2382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60547-4D4D-B14F-8924-AE6A4DC6F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634676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2456F7-4F27-2B4B-8FB5-6DF01A7F4F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DC042-5AAF-EC49-83C4-34A39841D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E976D6-E83E-E944-9030-045CC6635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C0621A-8862-E247-B1CD-6858B02FC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C67772-2B84-6849-84F1-DFF156693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12774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E25FBC-D762-BF4D-9132-1F392B401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23C8C9-E3FA-5B4E-9276-C8445329F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B3234-25FC-994A-A534-A4DE0F519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A2033-D43D-E54D-B395-DD90F61169E7}" type="datetimeFigureOut">
              <a:rPr lang="en-FI" smtClean="0"/>
              <a:t>20/12/2021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A000B5-8910-7D4F-8D55-F42B44E2EC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DBA2F-BF33-FA45-A5D1-E32104F2E3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3C2F14-AEAD-D846-866D-AAD8CEB98BE9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110888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outdoor, nature, shore&#10;&#10;Description automatically generated">
            <a:extLst>
              <a:ext uri="{FF2B5EF4-FFF2-40B4-BE49-F238E27FC236}">
                <a16:creationId xmlns:a16="http://schemas.microsoft.com/office/drawing/2014/main" id="{6C72B6B3-FD66-3647-B800-B8DDE4047A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381000"/>
            <a:ext cx="9144000" cy="6096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F11935-7BB4-9349-AD1C-B1C6E96C757A}"/>
              </a:ext>
            </a:extLst>
          </p:cNvPr>
          <p:cNvSpPr/>
          <p:nvPr/>
        </p:nvSpPr>
        <p:spPr>
          <a:xfrm>
            <a:off x="8186738" y="4843463"/>
            <a:ext cx="1700212" cy="914400"/>
          </a:xfrm>
          <a:prstGeom prst="rect">
            <a:avLst/>
          </a:prstGeom>
          <a:solidFill>
            <a:schemeClr val="accent1">
              <a:lumMod val="40000"/>
              <a:lumOff val="60000"/>
              <a:alpha val="50196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>
                <a:solidFill>
                  <a:schemeClr val="tx1"/>
                </a:solidFill>
              </a:rPr>
              <a:t>HUSLAB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BB3D009-2728-194E-B426-C224BFCD82B3}"/>
              </a:ext>
            </a:extLst>
          </p:cNvPr>
          <p:cNvSpPr/>
          <p:nvPr/>
        </p:nvSpPr>
        <p:spPr>
          <a:xfrm>
            <a:off x="7753922" y="3209926"/>
            <a:ext cx="1402270" cy="914400"/>
          </a:xfrm>
          <a:prstGeom prst="rect">
            <a:avLst/>
          </a:prstGeom>
          <a:solidFill>
            <a:schemeClr val="accent6">
              <a:lumMod val="40000"/>
              <a:lumOff val="60000"/>
              <a:alpha val="50196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>
                <a:solidFill>
                  <a:schemeClr val="tx1"/>
                </a:solidFill>
              </a:rPr>
              <a:t>Biomedicum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FACB9F-AE7E-B14B-A74F-A7A9FDB0FF73}"/>
              </a:ext>
            </a:extLst>
          </p:cNvPr>
          <p:cNvSpPr/>
          <p:nvPr/>
        </p:nvSpPr>
        <p:spPr>
          <a:xfrm>
            <a:off x="3139154" y="3209925"/>
            <a:ext cx="4505229" cy="2547937"/>
          </a:xfrm>
          <a:prstGeom prst="rect">
            <a:avLst/>
          </a:prstGeom>
          <a:solidFill>
            <a:schemeClr val="accent4">
              <a:lumMod val="40000"/>
              <a:lumOff val="60000"/>
              <a:alpha val="50196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FI" dirty="0">
                <a:solidFill>
                  <a:schemeClr val="tx1"/>
                </a:solidFill>
              </a:rPr>
              <a:t>Helsinki  University Hospital</a:t>
            </a:r>
          </a:p>
        </p:txBody>
      </p:sp>
    </p:spTree>
    <p:extLst>
      <p:ext uri="{BB962C8B-B14F-4D97-AF65-F5344CB8AC3E}">
        <p14:creationId xmlns:p14="http://schemas.microsoft.com/office/powerpoint/2010/main" val="7672853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</Words>
  <Application>Microsoft Macintosh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1</cp:revision>
  <dcterms:created xsi:type="dcterms:W3CDTF">2021-12-20T21:01:03Z</dcterms:created>
  <dcterms:modified xsi:type="dcterms:W3CDTF">2021-12-20T21:03:48Z</dcterms:modified>
</cp:coreProperties>
</file>