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26"/>
  </p:normalViewPr>
  <p:slideViewPr>
    <p:cSldViewPr snapToGrid="0" snapToObjects="1">
      <p:cViewPr>
        <p:scale>
          <a:sx n="381" d="100"/>
          <a:sy n="381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63AB-BFDB-A24E-8436-95982983D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A0293-3CB5-4A43-BF86-13D488DCC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A2178-C01E-3647-ABCF-E664A968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77FB3-65B5-F446-BB99-7EE5C2CD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E14D9-CDA4-F04E-B4B4-3D900EE1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0427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6151-70ED-E942-A626-38AC6A3F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F4D7-605C-CB4E-A76C-319524FCD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270FF-2164-8440-B915-412C08B9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8A0CE-C3E3-3E4E-8C73-0966DBAF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6116B-99F8-B344-858E-338597F5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3890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483C-D320-EA44-9C41-159AC955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9E0C1-E19C-3845-95AD-0977BD619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04090-7F35-9648-B77A-25613319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3D4A-EF7B-9340-99F2-8999EA24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53EB9-FE6A-C941-9FA1-BA3C0F46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5649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9013-94A4-3540-9A7D-ACD0FD63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E2F8C-B4C9-0F49-AD72-5EBC84E76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821CD-2099-E44E-BC11-51818E1D4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7A7E1-0E43-9D47-B2EA-039F1B81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DFB66-3AEB-5D40-9DF0-6DC45D3F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2FB0C-AD11-9F4B-90B1-9A225DF0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86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1319-6996-DC42-84DB-D8EFC039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96411-9EDF-CD4B-AF8C-B68661F3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6FF09-2986-2E40-B2F8-98541DB97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572EB-05F3-4D42-9473-BA0A51AF1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A5D6B-3332-D643-ADE0-F6A5E2563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26CDE-B67C-DA46-AFF9-36360940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3DE97-EC0D-8E40-BA34-4BAB7D32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B2CDE-C300-3C4D-8114-D623F172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3658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3612-8F2C-6748-B06C-657B2946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8C5D0-B7FA-D040-980C-1B83E627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13ED0-B5F6-254C-9243-9BD24804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3486F-EF02-9548-8242-C82F9242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59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6AA70-C5FF-9C4F-B521-9729C199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177D5-E9F3-9B43-A764-32FE2D76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700D1-4526-954A-9582-7E680CDE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1311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F097-4FB4-7742-AAE6-B6D5B61C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2D66D-EA41-4D41-AD30-864F6D493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6E9A2-8A1A-3941-82D4-A7514355B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1FF05-985B-C248-AA5F-25429C1E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80913-63CA-724D-AF91-B2681E45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EC4A7-0183-3A42-AAF6-BBE6DB2A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03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31BD-5B6C-0E41-B5C6-88BF6CD1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4FDE2-C60B-9741-A332-0ABE4452A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5863F-9B82-D84C-98C5-6F3236CEC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B7055-BA6D-CB4B-AF69-84FF43F9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0366D-7B13-864A-B90F-29FC1EAA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F8518-136E-F943-9F6A-CA27DCF1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7649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C8D1-54FB-2544-BDF3-E6FF69CD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4E3C6-77A1-6D45-9A06-EBC7ACF4F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3E8C0-538D-6945-801B-DD328B56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6B121-87C7-DE48-80CC-EB018C56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AA50-C2E0-124C-9DFB-3FB5693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1171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DA394-FC76-F34A-88B6-9376A27BB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338FE-F738-424D-8ACF-A34E39940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D1C21-1690-1447-919F-4BA7CF5F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9EE96-AAC1-2B49-9867-D7E01DD2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4CBF6-0CF0-2B42-8B19-21167C7C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8462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BA463-EF70-5D4A-A2CD-F184D260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96ECC-68B5-0A4C-BEB9-7E7771B64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B29A8-FCD1-1B41-98BC-E90615DB4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0159-60FE-3447-8AB6-A03C5B55E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FD30-C2C9-CC4E-871E-D488663F7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4565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2A47620-8D0C-814A-A203-293112B28C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31" b="97231" l="3347" r="93724">
                        <a14:foregroundMark x1="51046" y1="17538" x2="33891" y2="33538"/>
                        <a14:foregroundMark x1="28452" y1="77846" x2="58159" y2="83077"/>
                        <a14:foregroundMark x1="49372" y1="94769" x2="89540" y2="66462"/>
                        <a14:foregroundMark x1="89121" y1="60615" x2="93724" y2="58154"/>
                        <a14:foregroundMark x1="60669" y1="5538" x2="55230" y2="10154"/>
                        <a14:foregroundMark x1="19665" y1="96923" x2="22594" y2="97231"/>
                        <a14:foregroundMark x1="3347" y1="56615" x2="15063" y2="572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5529" y="94911"/>
            <a:ext cx="792759" cy="107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5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3</cp:revision>
  <dcterms:created xsi:type="dcterms:W3CDTF">2021-12-22T13:07:18Z</dcterms:created>
  <dcterms:modified xsi:type="dcterms:W3CDTF">2021-12-22T15:07:58Z</dcterms:modified>
</cp:coreProperties>
</file>